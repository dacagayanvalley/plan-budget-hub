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drawings/drawing1.xml" ContentType="application/vnd.openxmlformats-officedocument.drawingml.chartshapes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63" r:id="rId2"/>
    <p:sldId id="265" r:id="rId3"/>
    <p:sldId id="269" r:id="rId4"/>
    <p:sldId id="271" r:id="rId5"/>
    <p:sldId id="272" r:id="rId6"/>
    <p:sldId id="275" r:id="rId7"/>
    <p:sldId id="281" r:id="rId8"/>
    <p:sldId id="285" r:id="rId9"/>
    <p:sldId id="286" r:id="rId10"/>
    <p:sldId id="284" r:id="rId11"/>
    <p:sldId id="279" r:id="rId12"/>
  </p:sldIdLst>
  <p:sldSz cx="12192000" cy="6858000"/>
  <p:notesSz cx="6807200" cy="993933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45EA3063-6A03-DCE2-4A32-EE860E492F47}" name="Jerna Angela B. Esteban" initials="JE" userId="S::jesteban@dbm.gov.ph::4ed9ac80-85aa-42fd-80f4-541412cb2189" providerId="AD"/>
  <p188:author id="{4220998F-633B-334D-00E3-1EBD68C022E2}" name="Mary Joy O. de Leon" initials="ML" userId="S::mdeleon@dbm.gov.ph::abaae1f2-115b-4f60-9f45-096a7fc4e972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A6935"/>
    <a:srgbClr val="8C8C46"/>
    <a:srgbClr val="E6AF00"/>
    <a:srgbClr val="AA8300"/>
    <a:srgbClr val="7D277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AA49ACA-F731-543D-63C3-4AFDFE20A2E9}" v="5" dt="2026-01-23T05:42:18.912"/>
    <p1510:client id="{BE4027AA-AA1D-4538-A0F6-8702FE17638B}" v="3200" dt="2026-01-22T09:30:05.782"/>
    <p1510:client id="{BF2ABBA6-0B6B-4167-B3AA-84A51BCCCCDA}" v="1" dt="2026-01-23T06:19:43.774"/>
    <p1510:client id="{FA7F9F03-1C8E-43F6-9EB1-688913B8D8F5}" v="1843" dt="2026-01-22T08:45:58.05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0576" autoAdjust="0"/>
  </p:normalViewPr>
  <p:slideViewPr>
    <p:cSldViewPr snapToGrid="0">
      <p:cViewPr varScale="1">
        <p:scale>
          <a:sx n="67" d="100"/>
          <a:sy n="67" d="100"/>
        </p:scale>
        <p:origin x="1267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20" Type="http://schemas.microsoft.com/office/2018/10/relationships/authors" Target="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y Joy O. de Leon" userId="S::mdeleon@dbm.gov.ph::abaae1f2-115b-4f60-9f45-096a7fc4e972" providerId="AD" clId="Web-{5AA49ACA-F731-543D-63C3-4AFDFE20A2E9}"/>
    <pc:docChg chg="mod modSld sldOrd">
      <pc:chgData name="Mary Joy O. de Leon" userId="S::mdeleon@dbm.gov.ph::abaae1f2-115b-4f60-9f45-096a7fc4e972" providerId="AD" clId="Web-{5AA49ACA-F731-543D-63C3-4AFDFE20A2E9}" dt="2026-01-23T05:40:33.643" v="11"/>
      <pc:docMkLst>
        <pc:docMk/>
      </pc:docMkLst>
      <pc:sldChg chg="ord">
        <pc:chgData name="Mary Joy O. de Leon" userId="S::mdeleon@dbm.gov.ph::abaae1f2-115b-4f60-9f45-096a7fc4e972" providerId="AD" clId="Web-{5AA49ACA-F731-543D-63C3-4AFDFE20A2E9}" dt="2026-01-23T05:38:28.075" v="1"/>
        <pc:sldMkLst>
          <pc:docMk/>
          <pc:sldMk cId="1168447702" sldId="275"/>
        </pc:sldMkLst>
      </pc:sldChg>
      <pc:sldChg chg="modNotes">
        <pc:chgData name="Mary Joy O. de Leon" userId="S::mdeleon@dbm.gov.ph::abaae1f2-115b-4f60-9f45-096a7fc4e972" providerId="AD" clId="Web-{5AA49ACA-F731-543D-63C3-4AFDFE20A2E9}" dt="2026-01-23T05:40:33.643" v="11"/>
        <pc:sldMkLst>
          <pc:docMk/>
          <pc:sldMk cId="1442262517" sldId="281"/>
        </pc:sldMkLst>
      </pc:sldChg>
    </pc:docChg>
  </pc:docChgLst>
  <pc:docChgLst>
    <pc:chgData name="Jerna Angela B. Esteban" userId="S::jesteban@dbm.gov.ph::4ed9ac80-85aa-42fd-80f4-541412cb2189" providerId="AD" clId="Web-{B3781599-1F8E-9806-FD8A-53D4F88C1223}"/>
    <pc:docChg chg="modSld">
      <pc:chgData name="Jerna Angela B. Esteban" userId="S::jesteban@dbm.gov.ph::4ed9ac80-85aa-42fd-80f4-541412cb2189" providerId="AD" clId="Web-{B3781599-1F8E-9806-FD8A-53D4F88C1223}" dt="2026-01-21T09:27:55.135" v="10"/>
      <pc:docMkLst>
        <pc:docMk/>
      </pc:docMkLst>
      <pc:sldChg chg="modNotes">
        <pc:chgData name="Jerna Angela B. Esteban" userId="S::jesteban@dbm.gov.ph::4ed9ac80-85aa-42fd-80f4-541412cb2189" providerId="AD" clId="Web-{B3781599-1F8E-9806-FD8A-53D4F88C1223}" dt="2026-01-21T08:34:59.037" v="8"/>
        <pc:sldMkLst>
          <pc:docMk/>
          <pc:sldMk cId="723108536" sldId="269"/>
        </pc:sldMkLst>
      </pc:sldChg>
      <pc:sldChg chg="modNotes">
        <pc:chgData name="Jerna Angela B. Esteban" userId="S::jesteban@dbm.gov.ph::4ed9ac80-85aa-42fd-80f4-541412cb2189" providerId="AD" clId="Web-{B3781599-1F8E-9806-FD8A-53D4F88C1223}" dt="2026-01-21T09:27:55.135" v="10"/>
        <pc:sldMkLst>
          <pc:docMk/>
          <pc:sldMk cId="898944303" sldId="272"/>
        </pc:sldMkLst>
      </pc:sldChg>
    </pc:docChg>
  </pc:docChgLst>
  <pc:docChgLst>
    <pc:chgData name="Dianne M. Lapuz" userId="69c32f10-ce26-410a-8356-adfa07ec9e50" providerId="ADAL" clId="{38B41050-6429-41DD-97CD-54F457601C6B}"/>
    <pc:docChg chg="undo custSel modSld">
      <pc:chgData name="Dianne M. Lapuz" userId="69c32f10-ce26-410a-8356-adfa07ec9e50" providerId="ADAL" clId="{38B41050-6429-41DD-97CD-54F457601C6B}" dt="2026-01-07T03:24:51.124" v="13" actId="700"/>
      <pc:docMkLst>
        <pc:docMk/>
      </pc:docMkLst>
    </pc:docChg>
  </pc:docChgLst>
  <pc:docChgLst>
    <pc:chgData name="Carl David M. Ujano" userId="0b973ba6-eeca-40fd-8def-f8645442f675" providerId="ADAL" clId="{E6B8DDE2-F5A3-42DA-95E9-8C7BFF99B4B5}"/>
    <pc:docChg chg="undo custSel addSld delSld modSld sldOrd">
      <pc:chgData name="Carl David M. Ujano" userId="0b973ba6-eeca-40fd-8def-f8645442f675" providerId="ADAL" clId="{E6B8DDE2-F5A3-42DA-95E9-8C7BFF99B4B5}" dt="2026-01-23T06:32:21.898" v="12139" actId="47"/>
      <pc:docMkLst>
        <pc:docMk/>
      </pc:docMkLst>
      <pc:sldChg chg="addSp delSp modSp mod modNotesTx">
        <pc:chgData name="Carl David M. Ujano" userId="0b973ba6-eeca-40fd-8def-f8645442f675" providerId="ADAL" clId="{E6B8DDE2-F5A3-42DA-95E9-8C7BFF99B4B5}" dt="2026-01-22T01:49:31.606" v="10587" actId="1076"/>
        <pc:sldMkLst>
          <pc:docMk/>
          <pc:sldMk cId="3149022064" sldId="263"/>
        </pc:sldMkLst>
        <pc:spChg chg="add del mod">
          <ac:chgData name="Carl David M. Ujano" userId="0b973ba6-eeca-40fd-8def-f8645442f675" providerId="ADAL" clId="{E6B8DDE2-F5A3-42DA-95E9-8C7BFF99B4B5}" dt="2026-01-22T01:47:44.488" v="10550" actId="1076"/>
          <ac:spMkLst>
            <pc:docMk/>
            <pc:sldMk cId="3149022064" sldId="263"/>
            <ac:spMk id="2" creationId="{08AEC59D-4310-E835-031E-714CFE6A7C29}"/>
          </ac:spMkLst>
        </pc:spChg>
        <pc:spChg chg="mod">
          <ac:chgData name="Carl David M. Ujano" userId="0b973ba6-eeca-40fd-8def-f8645442f675" providerId="ADAL" clId="{E6B8DDE2-F5A3-42DA-95E9-8C7BFF99B4B5}" dt="2026-01-22T01:47:46.641" v="10551" actId="1076"/>
          <ac:spMkLst>
            <pc:docMk/>
            <pc:sldMk cId="3149022064" sldId="263"/>
            <ac:spMk id="3" creationId="{CB09376E-F8D5-C2A8-27BD-4465D20F8F44}"/>
          </ac:spMkLst>
        </pc:spChg>
        <pc:spChg chg="add mod">
          <ac:chgData name="Carl David M. Ujano" userId="0b973ba6-eeca-40fd-8def-f8645442f675" providerId="ADAL" clId="{E6B8DDE2-F5A3-42DA-95E9-8C7BFF99B4B5}" dt="2026-01-22T01:49:28.020" v="10586" actId="1076"/>
          <ac:spMkLst>
            <pc:docMk/>
            <pc:sldMk cId="3149022064" sldId="263"/>
            <ac:spMk id="4" creationId="{266AFBF9-AF11-2711-8A2D-6D511E345FAB}"/>
          </ac:spMkLst>
        </pc:spChg>
        <pc:spChg chg="add mod">
          <ac:chgData name="Carl David M. Ujano" userId="0b973ba6-eeca-40fd-8def-f8645442f675" providerId="ADAL" clId="{E6B8DDE2-F5A3-42DA-95E9-8C7BFF99B4B5}" dt="2026-01-22T01:49:31.606" v="10587" actId="1076"/>
          <ac:spMkLst>
            <pc:docMk/>
            <pc:sldMk cId="3149022064" sldId="263"/>
            <ac:spMk id="5" creationId="{FAB858F3-935C-CB49-79E7-3177753748EB}"/>
          </ac:spMkLst>
        </pc:spChg>
        <pc:spChg chg="add mod ord">
          <ac:chgData name="Carl David M. Ujano" userId="0b973ba6-eeca-40fd-8def-f8645442f675" providerId="ADAL" clId="{E6B8DDE2-F5A3-42DA-95E9-8C7BFF99B4B5}" dt="2026-01-22T01:49:24.764" v="10585" actId="14100"/>
          <ac:spMkLst>
            <pc:docMk/>
            <pc:sldMk cId="3149022064" sldId="263"/>
            <ac:spMk id="9" creationId="{88F97CE5-D4A8-13F6-C461-41301F2F6E43}"/>
          </ac:spMkLst>
        </pc:spChg>
      </pc:sldChg>
      <pc:sldChg chg="addSp delSp modSp mod modNotesTx">
        <pc:chgData name="Carl David M. Ujano" userId="0b973ba6-eeca-40fd-8def-f8645442f675" providerId="ADAL" clId="{E6B8DDE2-F5A3-42DA-95E9-8C7BFF99B4B5}" dt="2026-01-23T06:19:45.333" v="12041" actId="20577"/>
        <pc:sldMkLst>
          <pc:docMk/>
          <pc:sldMk cId="1180520777" sldId="265"/>
        </pc:sldMkLst>
        <pc:spChg chg="mod">
          <ac:chgData name="Carl David M. Ujano" userId="0b973ba6-eeca-40fd-8def-f8645442f675" providerId="ADAL" clId="{E6B8DDE2-F5A3-42DA-95E9-8C7BFF99B4B5}" dt="2026-01-20T01:49:58.317" v="3799" actId="1076"/>
          <ac:spMkLst>
            <pc:docMk/>
            <pc:sldMk cId="1180520777" sldId="265"/>
            <ac:spMk id="2" creationId="{DF5EE7D3-AA77-3351-3FF3-BE045A44FAFE}"/>
          </ac:spMkLst>
        </pc:spChg>
        <pc:spChg chg="mod">
          <ac:chgData name="Carl David M. Ujano" userId="0b973ba6-eeca-40fd-8def-f8645442f675" providerId="ADAL" clId="{E6B8DDE2-F5A3-42DA-95E9-8C7BFF99B4B5}" dt="2026-01-23T06:19:45.333" v="12041" actId="20577"/>
          <ac:spMkLst>
            <pc:docMk/>
            <pc:sldMk cId="1180520777" sldId="265"/>
            <ac:spMk id="3" creationId="{AD4EE88E-C7E9-FB08-7309-BEEC58B76626}"/>
          </ac:spMkLst>
        </pc:spChg>
        <pc:spChg chg="add mod ord">
          <ac:chgData name="Carl David M. Ujano" userId="0b973ba6-eeca-40fd-8def-f8645442f675" providerId="ADAL" clId="{E6B8DDE2-F5A3-42DA-95E9-8C7BFF99B4B5}" dt="2026-01-20T01:49:59.757" v="3802" actId="14100"/>
          <ac:spMkLst>
            <pc:docMk/>
            <pc:sldMk cId="1180520777" sldId="265"/>
            <ac:spMk id="4" creationId="{A5E19E3D-992D-3B5B-3494-BE516BA5154D}"/>
          </ac:spMkLst>
        </pc:spChg>
      </pc:sldChg>
      <pc:sldChg chg="addSp modSp mod">
        <pc:chgData name="Carl David M. Ujano" userId="0b973ba6-eeca-40fd-8def-f8645442f675" providerId="ADAL" clId="{E6B8DDE2-F5A3-42DA-95E9-8C7BFF99B4B5}" dt="2026-01-19T08:29:51.203" v="230" actId="20577"/>
        <pc:sldMkLst>
          <pc:docMk/>
          <pc:sldMk cId="723108536" sldId="269"/>
        </pc:sldMkLst>
        <pc:spChg chg="mod">
          <ac:chgData name="Carl David M. Ujano" userId="0b973ba6-eeca-40fd-8def-f8645442f675" providerId="ADAL" clId="{E6B8DDE2-F5A3-42DA-95E9-8C7BFF99B4B5}" dt="2026-01-19T08:26:16.927" v="208" actId="1076"/>
          <ac:spMkLst>
            <pc:docMk/>
            <pc:sldMk cId="723108536" sldId="269"/>
            <ac:spMk id="3" creationId="{3D76D1CA-FF79-FDB6-440B-FC52BBDF8168}"/>
          </ac:spMkLst>
        </pc:spChg>
        <pc:spChg chg="mod">
          <ac:chgData name="Carl David M. Ujano" userId="0b973ba6-eeca-40fd-8def-f8645442f675" providerId="ADAL" clId="{E6B8DDE2-F5A3-42DA-95E9-8C7BFF99B4B5}" dt="2026-01-19T08:26:16.927" v="208" actId="1076"/>
          <ac:spMkLst>
            <pc:docMk/>
            <pc:sldMk cId="723108536" sldId="269"/>
            <ac:spMk id="4" creationId="{3EDF8519-50F1-75F5-3A7B-77B2CDE56BC9}"/>
          </ac:spMkLst>
        </pc:spChg>
        <pc:spChg chg="mod">
          <ac:chgData name="Carl David M. Ujano" userId="0b973ba6-eeca-40fd-8def-f8645442f675" providerId="ADAL" clId="{E6B8DDE2-F5A3-42DA-95E9-8C7BFF99B4B5}" dt="2026-01-19T08:26:16.927" v="208" actId="1076"/>
          <ac:spMkLst>
            <pc:docMk/>
            <pc:sldMk cId="723108536" sldId="269"/>
            <ac:spMk id="5" creationId="{26F03BAC-828A-6831-3229-A2B9B4FD3437}"/>
          </ac:spMkLst>
        </pc:spChg>
        <pc:spChg chg="mod">
          <ac:chgData name="Carl David M. Ujano" userId="0b973ba6-eeca-40fd-8def-f8645442f675" providerId="ADAL" clId="{E6B8DDE2-F5A3-42DA-95E9-8C7BFF99B4B5}" dt="2026-01-19T08:26:16.927" v="208" actId="1076"/>
          <ac:spMkLst>
            <pc:docMk/>
            <pc:sldMk cId="723108536" sldId="269"/>
            <ac:spMk id="7" creationId="{8F9A88C9-00B7-22BF-7897-68CF9D4D400D}"/>
          </ac:spMkLst>
        </pc:spChg>
        <pc:spChg chg="mod">
          <ac:chgData name="Carl David M. Ujano" userId="0b973ba6-eeca-40fd-8def-f8645442f675" providerId="ADAL" clId="{E6B8DDE2-F5A3-42DA-95E9-8C7BFF99B4B5}" dt="2026-01-19T08:26:16.927" v="208" actId="1076"/>
          <ac:spMkLst>
            <pc:docMk/>
            <pc:sldMk cId="723108536" sldId="269"/>
            <ac:spMk id="9" creationId="{E6BE7CE7-BD9E-AF61-FD00-DA390F31446F}"/>
          </ac:spMkLst>
        </pc:spChg>
        <pc:spChg chg="mod">
          <ac:chgData name="Carl David M. Ujano" userId="0b973ba6-eeca-40fd-8def-f8645442f675" providerId="ADAL" clId="{E6B8DDE2-F5A3-42DA-95E9-8C7BFF99B4B5}" dt="2026-01-19T08:26:16.927" v="208" actId="1076"/>
          <ac:spMkLst>
            <pc:docMk/>
            <pc:sldMk cId="723108536" sldId="269"/>
            <ac:spMk id="10" creationId="{D3D84A4D-F8B5-4EE4-F3E9-872CAC309D73}"/>
          </ac:spMkLst>
        </pc:spChg>
        <pc:spChg chg="add mod">
          <ac:chgData name="Carl David M. Ujano" userId="0b973ba6-eeca-40fd-8def-f8645442f675" providerId="ADAL" clId="{E6B8DDE2-F5A3-42DA-95E9-8C7BFF99B4B5}" dt="2026-01-19T08:26:26.470" v="210" actId="164"/>
          <ac:spMkLst>
            <pc:docMk/>
            <pc:sldMk cId="723108536" sldId="269"/>
            <ac:spMk id="12" creationId="{05E8671B-B803-28B7-8831-C0BCBCDD4800}"/>
          </ac:spMkLst>
        </pc:spChg>
        <pc:spChg chg="add mod">
          <ac:chgData name="Carl David M. Ujano" userId="0b973ba6-eeca-40fd-8def-f8645442f675" providerId="ADAL" clId="{E6B8DDE2-F5A3-42DA-95E9-8C7BFF99B4B5}" dt="2026-01-19T08:29:51.203" v="230" actId="20577"/>
          <ac:spMkLst>
            <pc:docMk/>
            <pc:sldMk cId="723108536" sldId="269"/>
            <ac:spMk id="14" creationId="{3FBD93F4-1E57-B5BC-0CE1-68D38B44CD0D}"/>
          </ac:spMkLst>
        </pc:spChg>
        <pc:grpChg chg="add mod">
          <ac:chgData name="Carl David M. Ujano" userId="0b973ba6-eeca-40fd-8def-f8645442f675" providerId="ADAL" clId="{E6B8DDE2-F5A3-42DA-95E9-8C7BFF99B4B5}" dt="2026-01-19T08:26:26.470" v="210" actId="164"/>
          <ac:grpSpMkLst>
            <pc:docMk/>
            <pc:sldMk cId="723108536" sldId="269"/>
            <ac:grpSpMk id="2" creationId="{ED7DDD97-68F9-F6C9-0431-44AE8C9B7DBC}"/>
          </ac:grpSpMkLst>
        </pc:grpChg>
        <pc:grpChg chg="add mod">
          <ac:chgData name="Carl David M. Ujano" userId="0b973ba6-eeca-40fd-8def-f8645442f675" providerId="ADAL" clId="{E6B8DDE2-F5A3-42DA-95E9-8C7BFF99B4B5}" dt="2026-01-19T08:26:26.470" v="210" actId="164"/>
          <ac:grpSpMkLst>
            <pc:docMk/>
            <pc:sldMk cId="723108536" sldId="269"/>
            <ac:grpSpMk id="13" creationId="{874FAF40-9A78-F7D3-971F-8D0D80F3E995}"/>
          </ac:grpSpMkLst>
        </pc:grpChg>
        <pc:cxnChg chg="mod">
          <ac:chgData name="Carl David M. Ujano" userId="0b973ba6-eeca-40fd-8def-f8645442f675" providerId="ADAL" clId="{E6B8DDE2-F5A3-42DA-95E9-8C7BFF99B4B5}" dt="2026-01-19T08:26:16.927" v="208" actId="1076"/>
          <ac:cxnSpMkLst>
            <pc:docMk/>
            <pc:sldMk cId="723108536" sldId="269"/>
            <ac:cxnSpMk id="6" creationId="{DAC141F1-7F83-89E2-8596-BACCD51134A1}"/>
          </ac:cxnSpMkLst>
        </pc:cxnChg>
        <pc:cxnChg chg="mod">
          <ac:chgData name="Carl David M. Ujano" userId="0b973ba6-eeca-40fd-8def-f8645442f675" providerId="ADAL" clId="{E6B8DDE2-F5A3-42DA-95E9-8C7BFF99B4B5}" dt="2026-01-19T08:26:16.927" v="208" actId="1076"/>
          <ac:cxnSpMkLst>
            <pc:docMk/>
            <pc:sldMk cId="723108536" sldId="269"/>
            <ac:cxnSpMk id="8" creationId="{CCE3C5DD-2EEC-C122-D593-F779D4AFCCF5}"/>
          </ac:cxnSpMkLst>
        </pc:cxnChg>
        <pc:cxnChg chg="mod">
          <ac:chgData name="Carl David M. Ujano" userId="0b973ba6-eeca-40fd-8def-f8645442f675" providerId="ADAL" clId="{E6B8DDE2-F5A3-42DA-95E9-8C7BFF99B4B5}" dt="2026-01-19T08:26:16.927" v="208" actId="1076"/>
          <ac:cxnSpMkLst>
            <pc:docMk/>
            <pc:sldMk cId="723108536" sldId="269"/>
            <ac:cxnSpMk id="11" creationId="{B41EF39B-91E4-B105-F4CB-3E2EAAFDD295}"/>
          </ac:cxnSpMkLst>
        </pc:cxnChg>
      </pc:sldChg>
      <pc:sldChg chg="addSp delSp modSp new mod">
        <pc:chgData name="Carl David M. Ujano" userId="0b973ba6-eeca-40fd-8def-f8645442f675" providerId="ADAL" clId="{E6B8DDE2-F5A3-42DA-95E9-8C7BFF99B4B5}" dt="2026-01-19T10:27:02.461" v="1914" actId="207"/>
        <pc:sldMkLst>
          <pc:docMk/>
          <pc:sldMk cId="3591679932" sldId="271"/>
        </pc:sldMkLst>
        <pc:spChg chg="add mod">
          <ac:chgData name="Carl David M. Ujano" userId="0b973ba6-eeca-40fd-8def-f8645442f675" providerId="ADAL" clId="{E6B8DDE2-F5A3-42DA-95E9-8C7BFF99B4B5}" dt="2026-01-19T08:30:39.671" v="240" actId="404"/>
          <ac:spMkLst>
            <pc:docMk/>
            <pc:sldMk cId="3591679932" sldId="271"/>
            <ac:spMk id="2" creationId="{A100BAAE-9051-49CC-65C7-9E039C1763C1}"/>
          </ac:spMkLst>
        </pc:spChg>
        <pc:spChg chg="add mod">
          <ac:chgData name="Carl David M. Ujano" userId="0b973ba6-eeca-40fd-8def-f8645442f675" providerId="ADAL" clId="{E6B8DDE2-F5A3-42DA-95E9-8C7BFF99B4B5}" dt="2026-01-19T08:58:46.467" v="1069" actId="164"/>
          <ac:spMkLst>
            <pc:docMk/>
            <pc:sldMk cId="3591679932" sldId="271"/>
            <ac:spMk id="22" creationId="{0D03A34A-DCB6-C9E1-8965-ECAC7AAF6EA2}"/>
          </ac:spMkLst>
        </pc:spChg>
        <pc:spChg chg="add mod ord">
          <ac:chgData name="Carl David M. Ujano" userId="0b973ba6-eeca-40fd-8def-f8645442f675" providerId="ADAL" clId="{E6B8DDE2-F5A3-42DA-95E9-8C7BFF99B4B5}" dt="2026-01-19T08:58:46.467" v="1069" actId="164"/>
          <ac:spMkLst>
            <pc:docMk/>
            <pc:sldMk cId="3591679932" sldId="271"/>
            <ac:spMk id="23" creationId="{C49462F0-C4EA-4A49-E547-FD31A44E052D}"/>
          </ac:spMkLst>
        </pc:spChg>
        <pc:spChg chg="add mod ord">
          <ac:chgData name="Carl David M. Ujano" userId="0b973ba6-eeca-40fd-8def-f8645442f675" providerId="ADAL" clId="{E6B8DDE2-F5A3-42DA-95E9-8C7BFF99B4B5}" dt="2026-01-19T08:58:46.467" v="1069" actId="164"/>
          <ac:spMkLst>
            <pc:docMk/>
            <pc:sldMk cId="3591679932" sldId="271"/>
            <ac:spMk id="24" creationId="{DAC7EE81-E64F-0F22-49BD-8BF82CAF2B3B}"/>
          </ac:spMkLst>
        </pc:spChg>
        <pc:spChg chg="add mod">
          <ac:chgData name="Carl David M. Ujano" userId="0b973ba6-eeca-40fd-8def-f8645442f675" providerId="ADAL" clId="{E6B8DDE2-F5A3-42DA-95E9-8C7BFF99B4B5}" dt="2026-01-19T08:58:46.467" v="1069" actId="164"/>
          <ac:spMkLst>
            <pc:docMk/>
            <pc:sldMk cId="3591679932" sldId="271"/>
            <ac:spMk id="37" creationId="{D569F31E-ABB5-14B5-A368-155E5268717B}"/>
          </ac:spMkLst>
        </pc:spChg>
        <pc:spChg chg="add mod">
          <ac:chgData name="Carl David M. Ujano" userId="0b973ba6-eeca-40fd-8def-f8645442f675" providerId="ADAL" clId="{E6B8DDE2-F5A3-42DA-95E9-8C7BFF99B4B5}" dt="2026-01-19T08:58:46.467" v="1069" actId="164"/>
          <ac:spMkLst>
            <pc:docMk/>
            <pc:sldMk cId="3591679932" sldId="271"/>
            <ac:spMk id="39" creationId="{F0C28D31-6F52-3327-D745-225A7BB2B7F3}"/>
          </ac:spMkLst>
        </pc:spChg>
        <pc:spChg chg="add mod">
          <ac:chgData name="Carl David M. Ujano" userId="0b973ba6-eeca-40fd-8def-f8645442f675" providerId="ADAL" clId="{E6B8DDE2-F5A3-42DA-95E9-8C7BFF99B4B5}" dt="2026-01-19T08:58:46.467" v="1069" actId="164"/>
          <ac:spMkLst>
            <pc:docMk/>
            <pc:sldMk cId="3591679932" sldId="271"/>
            <ac:spMk id="40" creationId="{E6B34513-5BF9-C9F6-2245-349947552A87}"/>
          </ac:spMkLst>
        </pc:spChg>
        <pc:spChg chg="add mod">
          <ac:chgData name="Carl David M. Ujano" userId="0b973ba6-eeca-40fd-8def-f8645442f675" providerId="ADAL" clId="{E6B8DDE2-F5A3-42DA-95E9-8C7BFF99B4B5}" dt="2026-01-19T08:58:46.467" v="1069" actId="164"/>
          <ac:spMkLst>
            <pc:docMk/>
            <pc:sldMk cId="3591679932" sldId="271"/>
            <ac:spMk id="45" creationId="{6A6F0B9F-4FA0-C420-B0DB-6D09A521EAC6}"/>
          </ac:spMkLst>
        </pc:spChg>
        <pc:spChg chg="add mod">
          <ac:chgData name="Carl David M. Ujano" userId="0b973ba6-eeca-40fd-8def-f8645442f675" providerId="ADAL" clId="{E6B8DDE2-F5A3-42DA-95E9-8C7BFF99B4B5}" dt="2026-01-19T08:58:46.467" v="1069" actId="164"/>
          <ac:spMkLst>
            <pc:docMk/>
            <pc:sldMk cId="3591679932" sldId="271"/>
            <ac:spMk id="46" creationId="{2D38E417-E8A9-36C8-579F-62123118A660}"/>
          </ac:spMkLst>
        </pc:spChg>
        <pc:spChg chg="add mod">
          <ac:chgData name="Carl David M. Ujano" userId="0b973ba6-eeca-40fd-8def-f8645442f675" providerId="ADAL" clId="{E6B8DDE2-F5A3-42DA-95E9-8C7BFF99B4B5}" dt="2026-01-19T08:58:46.467" v="1069" actId="164"/>
          <ac:spMkLst>
            <pc:docMk/>
            <pc:sldMk cId="3591679932" sldId="271"/>
            <ac:spMk id="47" creationId="{F2D8A004-0129-042B-16A6-D54C24ED8554}"/>
          </ac:spMkLst>
        </pc:spChg>
        <pc:spChg chg="add mod">
          <ac:chgData name="Carl David M. Ujano" userId="0b973ba6-eeca-40fd-8def-f8645442f675" providerId="ADAL" clId="{E6B8DDE2-F5A3-42DA-95E9-8C7BFF99B4B5}" dt="2026-01-19T08:58:52.784" v="1070" actId="164"/>
          <ac:spMkLst>
            <pc:docMk/>
            <pc:sldMk cId="3591679932" sldId="271"/>
            <ac:spMk id="49" creationId="{84634190-869F-EE03-4F9B-F7B79C1E0B46}"/>
          </ac:spMkLst>
        </pc:spChg>
        <pc:spChg chg="add mod">
          <ac:chgData name="Carl David M. Ujano" userId="0b973ba6-eeca-40fd-8def-f8645442f675" providerId="ADAL" clId="{E6B8DDE2-F5A3-42DA-95E9-8C7BFF99B4B5}" dt="2026-01-19T08:58:52.784" v="1070" actId="164"/>
          <ac:spMkLst>
            <pc:docMk/>
            <pc:sldMk cId="3591679932" sldId="271"/>
            <ac:spMk id="50" creationId="{904FEA9E-F9BD-35A1-31D8-B2F8149A0B11}"/>
          </ac:spMkLst>
        </pc:spChg>
        <pc:spChg chg="add mod">
          <ac:chgData name="Carl David M. Ujano" userId="0b973ba6-eeca-40fd-8def-f8645442f675" providerId="ADAL" clId="{E6B8DDE2-F5A3-42DA-95E9-8C7BFF99B4B5}" dt="2026-01-19T08:58:52.784" v="1070" actId="164"/>
          <ac:spMkLst>
            <pc:docMk/>
            <pc:sldMk cId="3591679932" sldId="271"/>
            <ac:spMk id="51" creationId="{B947EA13-3D1C-6948-E3D6-26FC12BEEA67}"/>
          </ac:spMkLst>
        </pc:spChg>
        <pc:spChg chg="add mod">
          <ac:chgData name="Carl David M. Ujano" userId="0b973ba6-eeca-40fd-8def-f8645442f675" providerId="ADAL" clId="{E6B8DDE2-F5A3-42DA-95E9-8C7BFF99B4B5}" dt="2026-01-19T10:27:02.461" v="1914" actId="207"/>
          <ac:spMkLst>
            <pc:docMk/>
            <pc:sldMk cId="3591679932" sldId="271"/>
            <ac:spMk id="64" creationId="{F72464C1-03FB-1E7E-5EF6-F4A74E848C20}"/>
          </ac:spMkLst>
        </pc:spChg>
        <pc:grpChg chg="add mod">
          <ac:chgData name="Carl David M. Ujano" userId="0b973ba6-eeca-40fd-8def-f8645442f675" providerId="ADAL" clId="{E6B8DDE2-F5A3-42DA-95E9-8C7BFF99B4B5}" dt="2026-01-19T08:42:49.610" v="820" actId="164"/>
          <ac:grpSpMkLst>
            <pc:docMk/>
            <pc:sldMk cId="3591679932" sldId="271"/>
            <ac:grpSpMk id="25" creationId="{63EA14BC-3EA4-82DD-2916-BB866B6AF83B}"/>
          </ac:grpSpMkLst>
        </pc:grpChg>
        <pc:grpChg chg="add mod">
          <ac:chgData name="Carl David M. Ujano" userId="0b973ba6-eeca-40fd-8def-f8645442f675" providerId="ADAL" clId="{E6B8DDE2-F5A3-42DA-95E9-8C7BFF99B4B5}" dt="2026-01-19T08:42:49.610" v="820" actId="164"/>
          <ac:grpSpMkLst>
            <pc:docMk/>
            <pc:sldMk cId="3591679932" sldId="271"/>
            <ac:grpSpMk id="41" creationId="{3595380D-64C2-CC27-350F-974B05934A38}"/>
          </ac:grpSpMkLst>
        </pc:grpChg>
        <pc:grpChg chg="add mod">
          <ac:chgData name="Carl David M. Ujano" userId="0b973ba6-eeca-40fd-8def-f8645442f675" providerId="ADAL" clId="{E6B8DDE2-F5A3-42DA-95E9-8C7BFF99B4B5}" dt="2026-01-19T08:46:41.128" v="983" actId="164"/>
          <ac:grpSpMkLst>
            <pc:docMk/>
            <pc:sldMk cId="3591679932" sldId="271"/>
            <ac:grpSpMk id="42" creationId="{D1D426FA-F41A-0799-193E-65674B8A7F25}"/>
          </ac:grpSpMkLst>
        </pc:grpChg>
        <pc:grpChg chg="add mod">
          <ac:chgData name="Carl David M. Ujano" userId="0b973ba6-eeca-40fd-8def-f8645442f675" providerId="ADAL" clId="{E6B8DDE2-F5A3-42DA-95E9-8C7BFF99B4B5}" dt="2026-01-19T08:58:52.784" v="1070" actId="164"/>
          <ac:grpSpMkLst>
            <pc:docMk/>
            <pc:sldMk cId="3591679932" sldId="271"/>
            <ac:grpSpMk id="48" creationId="{BD173973-0673-931D-B5D2-0C758DE243C9}"/>
          </ac:grpSpMkLst>
        </pc:grpChg>
        <pc:grpChg chg="add mod">
          <ac:chgData name="Carl David M. Ujano" userId="0b973ba6-eeca-40fd-8def-f8645442f675" providerId="ADAL" clId="{E6B8DDE2-F5A3-42DA-95E9-8C7BFF99B4B5}" dt="2026-01-19T08:58:57.793" v="1071" actId="1076"/>
          <ac:grpSpMkLst>
            <pc:docMk/>
            <pc:sldMk cId="3591679932" sldId="271"/>
            <ac:grpSpMk id="61" creationId="{EC3EBB41-94D2-6E3F-FE23-E61DCA7462AD}"/>
          </ac:grpSpMkLst>
        </pc:grpChg>
        <pc:picChg chg="add mod">
          <ac:chgData name="Carl David M. Ujano" userId="0b973ba6-eeca-40fd-8def-f8645442f675" providerId="ADAL" clId="{E6B8DDE2-F5A3-42DA-95E9-8C7BFF99B4B5}" dt="2026-01-19T08:58:52.784" v="1070" actId="164"/>
          <ac:picMkLst>
            <pc:docMk/>
            <pc:sldMk cId="3591679932" sldId="271"/>
            <ac:picMk id="55" creationId="{B5827B8B-A2A8-8C2D-88E2-7EA58707FF3E}"/>
          </ac:picMkLst>
        </pc:picChg>
        <pc:picChg chg="add mod">
          <ac:chgData name="Carl David M. Ujano" userId="0b973ba6-eeca-40fd-8def-f8645442f675" providerId="ADAL" clId="{E6B8DDE2-F5A3-42DA-95E9-8C7BFF99B4B5}" dt="2026-01-19T08:58:52.784" v="1070" actId="164"/>
          <ac:picMkLst>
            <pc:docMk/>
            <pc:sldMk cId="3591679932" sldId="271"/>
            <ac:picMk id="57" creationId="{884F29E5-469E-DE9C-C8C5-B40D9C48CACC}"/>
          </ac:picMkLst>
        </pc:picChg>
        <pc:picChg chg="add mod">
          <ac:chgData name="Carl David M. Ujano" userId="0b973ba6-eeca-40fd-8def-f8645442f675" providerId="ADAL" clId="{E6B8DDE2-F5A3-42DA-95E9-8C7BFF99B4B5}" dt="2026-01-19T08:58:52.784" v="1070" actId="164"/>
          <ac:picMkLst>
            <pc:docMk/>
            <pc:sldMk cId="3591679932" sldId="271"/>
            <ac:picMk id="59" creationId="{02F9EC12-376C-0002-A0D5-A542AD8E6CA0}"/>
          </ac:picMkLst>
        </pc:picChg>
        <pc:cxnChg chg="add mod">
          <ac:chgData name="Carl David M. Ujano" userId="0b973ba6-eeca-40fd-8def-f8645442f675" providerId="ADAL" clId="{E6B8DDE2-F5A3-42DA-95E9-8C7BFF99B4B5}" dt="2026-01-19T08:42:44.923" v="819" actId="164"/>
          <ac:cxnSpMkLst>
            <pc:docMk/>
            <pc:sldMk cId="3591679932" sldId="271"/>
            <ac:cxnSpMk id="27" creationId="{3F18F708-317E-8159-3F46-5D9AE72A9330}"/>
          </ac:cxnSpMkLst>
        </pc:cxnChg>
        <pc:cxnChg chg="add mod">
          <ac:chgData name="Carl David M. Ujano" userId="0b973ba6-eeca-40fd-8def-f8645442f675" providerId="ADAL" clId="{E6B8DDE2-F5A3-42DA-95E9-8C7BFF99B4B5}" dt="2026-01-19T08:42:44.923" v="819" actId="164"/>
          <ac:cxnSpMkLst>
            <pc:docMk/>
            <pc:sldMk cId="3591679932" sldId="271"/>
            <ac:cxnSpMk id="31" creationId="{D898BBFA-8E29-EC58-CBAB-7B2FD92F9461}"/>
          </ac:cxnSpMkLst>
        </pc:cxnChg>
        <pc:cxnChg chg="add mod">
          <ac:chgData name="Carl David M. Ujano" userId="0b973ba6-eeca-40fd-8def-f8645442f675" providerId="ADAL" clId="{E6B8DDE2-F5A3-42DA-95E9-8C7BFF99B4B5}" dt="2026-01-19T08:42:44.923" v="819" actId="164"/>
          <ac:cxnSpMkLst>
            <pc:docMk/>
            <pc:sldMk cId="3591679932" sldId="271"/>
            <ac:cxnSpMk id="34" creationId="{DD515341-3268-9953-128E-7D7DEE47C1AC}"/>
          </ac:cxnSpMkLst>
        </pc:cxnChg>
      </pc:sldChg>
      <pc:sldChg chg="addSp delSp modSp new mod modNotesTx">
        <pc:chgData name="Carl David M. Ujano" userId="0b973ba6-eeca-40fd-8def-f8645442f675" providerId="ADAL" clId="{E6B8DDE2-F5A3-42DA-95E9-8C7BFF99B4B5}" dt="2026-01-23T06:27:50.540" v="12135" actId="1038"/>
        <pc:sldMkLst>
          <pc:docMk/>
          <pc:sldMk cId="898944303" sldId="272"/>
        </pc:sldMkLst>
        <pc:spChg chg="add mod">
          <ac:chgData name="Carl David M. Ujano" userId="0b973ba6-eeca-40fd-8def-f8645442f675" providerId="ADAL" clId="{E6B8DDE2-F5A3-42DA-95E9-8C7BFF99B4B5}" dt="2026-01-19T09:04:05.902" v="1148" actId="1076"/>
          <ac:spMkLst>
            <pc:docMk/>
            <pc:sldMk cId="898944303" sldId="272"/>
            <ac:spMk id="3" creationId="{3CB16993-BE0C-367A-A653-9D3C6F84B3AF}"/>
          </ac:spMkLst>
        </pc:spChg>
        <pc:spChg chg="add del mod">
          <ac:chgData name="Carl David M. Ujano" userId="0b973ba6-eeca-40fd-8def-f8645442f675" providerId="ADAL" clId="{E6B8DDE2-F5A3-42DA-95E9-8C7BFF99B4B5}" dt="2026-01-22T07:00:47.026" v="10604" actId="478"/>
          <ac:spMkLst>
            <pc:docMk/>
            <pc:sldMk cId="898944303" sldId="272"/>
            <ac:spMk id="4" creationId="{752368A0-9CF1-06AF-3AF1-3A30BF0E4CF6}"/>
          </ac:spMkLst>
        </pc:spChg>
        <pc:spChg chg="add mod">
          <ac:chgData name="Carl David M. Ujano" userId="0b973ba6-eeca-40fd-8def-f8645442f675" providerId="ADAL" clId="{E6B8DDE2-F5A3-42DA-95E9-8C7BFF99B4B5}" dt="2026-01-22T07:04:13.618" v="10645" actId="164"/>
          <ac:spMkLst>
            <pc:docMk/>
            <pc:sldMk cId="898944303" sldId="272"/>
            <ac:spMk id="5" creationId="{69E4D07F-07FE-029A-FC10-DACDE2B07B4D}"/>
          </ac:spMkLst>
        </pc:spChg>
        <pc:spChg chg="add mod">
          <ac:chgData name="Carl David M. Ujano" userId="0b973ba6-eeca-40fd-8def-f8645442f675" providerId="ADAL" clId="{E6B8DDE2-F5A3-42DA-95E9-8C7BFF99B4B5}" dt="2026-01-22T07:04:13.618" v="10645" actId="164"/>
          <ac:spMkLst>
            <pc:docMk/>
            <pc:sldMk cId="898944303" sldId="272"/>
            <ac:spMk id="6" creationId="{4A447A50-7557-637A-62BE-D4EC63D6E6F9}"/>
          </ac:spMkLst>
        </pc:spChg>
        <pc:spChg chg="add mod">
          <ac:chgData name="Carl David M. Ujano" userId="0b973ba6-eeca-40fd-8def-f8645442f675" providerId="ADAL" clId="{E6B8DDE2-F5A3-42DA-95E9-8C7BFF99B4B5}" dt="2026-01-22T07:05:51.665" v="10672" actId="164"/>
          <ac:spMkLst>
            <pc:docMk/>
            <pc:sldMk cId="898944303" sldId="272"/>
            <ac:spMk id="8" creationId="{90A9DAF0-49BB-53FB-8A22-1F4A574DA6AA}"/>
          </ac:spMkLst>
        </pc:spChg>
        <pc:spChg chg="add mod">
          <ac:chgData name="Carl David M. Ujano" userId="0b973ba6-eeca-40fd-8def-f8645442f675" providerId="ADAL" clId="{E6B8DDE2-F5A3-42DA-95E9-8C7BFF99B4B5}" dt="2026-01-22T07:05:51.665" v="10672" actId="164"/>
          <ac:spMkLst>
            <pc:docMk/>
            <pc:sldMk cId="898944303" sldId="272"/>
            <ac:spMk id="9" creationId="{F4EB6681-3EF7-AC16-D8D0-6528211E9766}"/>
          </ac:spMkLst>
        </pc:spChg>
        <pc:spChg chg="add mod">
          <ac:chgData name="Carl David M. Ujano" userId="0b973ba6-eeca-40fd-8def-f8645442f675" providerId="ADAL" clId="{E6B8DDE2-F5A3-42DA-95E9-8C7BFF99B4B5}" dt="2026-01-22T08:45:38.894" v="12025" actId="207"/>
          <ac:spMkLst>
            <pc:docMk/>
            <pc:sldMk cId="898944303" sldId="272"/>
            <ac:spMk id="49" creationId="{87D80447-950A-EC15-F906-F70992FC3BFF}"/>
          </ac:spMkLst>
        </pc:spChg>
        <pc:spChg chg="add mod">
          <ac:chgData name="Carl David M. Ujano" userId="0b973ba6-eeca-40fd-8def-f8645442f675" providerId="ADAL" clId="{E6B8DDE2-F5A3-42DA-95E9-8C7BFF99B4B5}" dt="2026-01-23T06:26:12.448" v="12127" actId="1038"/>
          <ac:spMkLst>
            <pc:docMk/>
            <pc:sldMk cId="898944303" sldId="272"/>
            <ac:spMk id="50" creationId="{246ECB34-8AB7-6C5A-7031-2279D1C0A855}"/>
          </ac:spMkLst>
        </pc:spChg>
        <pc:spChg chg="add mod">
          <ac:chgData name="Carl David M. Ujano" userId="0b973ba6-eeca-40fd-8def-f8645442f675" providerId="ADAL" clId="{E6B8DDE2-F5A3-42DA-95E9-8C7BFF99B4B5}" dt="2026-01-23T06:26:04.103" v="12117" actId="1038"/>
          <ac:spMkLst>
            <pc:docMk/>
            <pc:sldMk cId="898944303" sldId="272"/>
            <ac:spMk id="51" creationId="{A550F37B-FCAB-0DE7-741A-E0D776E2F264}"/>
          </ac:spMkLst>
        </pc:spChg>
        <pc:spChg chg="add mod">
          <ac:chgData name="Carl David M. Ujano" userId="0b973ba6-eeca-40fd-8def-f8645442f675" providerId="ADAL" clId="{E6B8DDE2-F5A3-42DA-95E9-8C7BFF99B4B5}" dt="2026-01-23T06:26:21.282" v="12133" actId="1038"/>
          <ac:spMkLst>
            <pc:docMk/>
            <pc:sldMk cId="898944303" sldId="272"/>
            <ac:spMk id="52" creationId="{91C4ECC9-CF02-4ACD-C800-9AB12F90BB6E}"/>
          </ac:spMkLst>
        </pc:spChg>
        <pc:spChg chg="add mod">
          <ac:chgData name="Carl David M. Ujano" userId="0b973ba6-eeca-40fd-8def-f8645442f675" providerId="ADAL" clId="{E6B8DDE2-F5A3-42DA-95E9-8C7BFF99B4B5}" dt="2026-01-23T06:27:50.540" v="12135" actId="1038"/>
          <ac:spMkLst>
            <pc:docMk/>
            <pc:sldMk cId="898944303" sldId="272"/>
            <ac:spMk id="53" creationId="{8395CE73-2407-2A30-EB7D-9B57CD947A19}"/>
          </ac:spMkLst>
        </pc:spChg>
        <pc:spChg chg="add mod">
          <ac:chgData name="Carl David M. Ujano" userId="0b973ba6-eeca-40fd-8def-f8645442f675" providerId="ADAL" clId="{E6B8DDE2-F5A3-42DA-95E9-8C7BFF99B4B5}" dt="2026-01-22T07:22:32.392" v="11048" actId="571"/>
          <ac:spMkLst>
            <pc:docMk/>
            <pc:sldMk cId="898944303" sldId="272"/>
            <ac:spMk id="54" creationId="{C5086682-E47F-2611-C49C-6AF457E37B7D}"/>
          </ac:spMkLst>
        </pc:spChg>
        <pc:spChg chg="add mod">
          <ac:chgData name="Carl David M. Ujano" userId="0b973ba6-eeca-40fd-8def-f8645442f675" providerId="ADAL" clId="{E6B8DDE2-F5A3-42DA-95E9-8C7BFF99B4B5}" dt="2026-01-22T07:22:32.392" v="11048" actId="571"/>
          <ac:spMkLst>
            <pc:docMk/>
            <pc:sldMk cId="898944303" sldId="272"/>
            <ac:spMk id="55" creationId="{34D89247-BDAB-360D-C63A-D1BF3E22D39C}"/>
          </ac:spMkLst>
        </pc:spChg>
        <pc:spChg chg="add mod">
          <ac:chgData name="Carl David M. Ujano" userId="0b973ba6-eeca-40fd-8def-f8645442f675" providerId="ADAL" clId="{E6B8DDE2-F5A3-42DA-95E9-8C7BFF99B4B5}" dt="2026-01-22T07:22:32.392" v="11048" actId="571"/>
          <ac:spMkLst>
            <pc:docMk/>
            <pc:sldMk cId="898944303" sldId="272"/>
            <ac:spMk id="56" creationId="{161A7642-2C62-6AE0-BB29-37CC188448E6}"/>
          </ac:spMkLst>
        </pc:spChg>
        <pc:grpChg chg="add mod">
          <ac:chgData name="Carl David M. Ujano" userId="0b973ba6-eeca-40fd-8def-f8645442f675" providerId="ADAL" clId="{E6B8DDE2-F5A3-42DA-95E9-8C7BFF99B4B5}" dt="2026-01-22T07:05:51.665" v="10672" actId="164"/>
          <ac:grpSpMkLst>
            <pc:docMk/>
            <pc:sldMk cId="898944303" sldId="272"/>
            <ac:grpSpMk id="7" creationId="{A4EC8A60-4242-CA93-0658-77E28007B754}"/>
          </ac:grpSpMkLst>
        </pc:grpChg>
        <pc:grpChg chg="add mod">
          <ac:chgData name="Carl David M. Ujano" userId="0b973ba6-eeca-40fd-8def-f8645442f675" providerId="ADAL" clId="{E6B8DDE2-F5A3-42DA-95E9-8C7BFF99B4B5}" dt="2026-01-22T07:11:18.124" v="10746" actId="164"/>
          <ac:grpSpMkLst>
            <pc:docMk/>
            <pc:sldMk cId="898944303" sldId="272"/>
            <ac:grpSpMk id="10" creationId="{C33613A9-75DA-FB84-6961-56B6B314951C}"/>
          </ac:grpSpMkLst>
        </pc:grpChg>
        <pc:grpChg chg="add mod">
          <ac:chgData name="Carl David M. Ujano" userId="0b973ba6-eeca-40fd-8def-f8645442f675" providerId="ADAL" clId="{E6B8DDE2-F5A3-42DA-95E9-8C7BFF99B4B5}" dt="2026-01-22T07:22:42.268" v="11049" actId="164"/>
          <ac:grpSpMkLst>
            <pc:docMk/>
            <pc:sldMk cId="898944303" sldId="272"/>
            <ac:grpSpMk id="48" creationId="{A6D91D52-DE7C-1F67-63A9-F25AF5FC1141}"/>
          </ac:grpSpMkLst>
        </pc:grpChg>
        <pc:grpChg chg="add mod">
          <ac:chgData name="Carl David M. Ujano" userId="0b973ba6-eeca-40fd-8def-f8645442f675" providerId="ADAL" clId="{E6B8DDE2-F5A3-42DA-95E9-8C7BFF99B4B5}" dt="2026-01-22T07:22:51.813" v="11050" actId="164"/>
          <ac:grpSpMkLst>
            <pc:docMk/>
            <pc:sldMk cId="898944303" sldId="272"/>
            <ac:grpSpMk id="57" creationId="{85230349-603D-7915-B607-4431E61FB6EA}"/>
          </ac:grpSpMkLst>
        </pc:grpChg>
        <pc:grpChg chg="add mod">
          <ac:chgData name="Carl David M. Ujano" userId="0b973ba6-eeca-40fd-8def-f8645442f675" providerId="ADAL" clId="{E6B8DDE2-F5A3-42DA-95E9-8C7BFF99B4B5}" dt="2026-01-22T07:23:33.023" v="11053" actId="1076"/>
          <ac:grpSpMkLst>
            <pc:docMk/>
            <pc:sldMk cId="898944303" sldId="272"/>
            <ac:grpSpMk id="58" creationId="{ED6A058F-3392-2189-B776-0B42EDFE9404}"/>
          </ac:grpSpMkLst>
        </pc:grpChg>
        <pc:picChg chg="add mod">
          <ac:chgData name="Carl David M. Ujano" userId="0b973ba6-eeca-40fd-8def-f8645442f675" providerId="ADAL" clId="{E6B8DDE2-F5A3-42DA-95E9-8C7BFF99B4B5}" dt="2026-01-22T07:22:51.813" v="11050" actId="164"/>
          <ac:picMkLst>
            <pc:docMk/>
            <pc:sldMk cId="898944303" sldId="272"/>
            <ac:picMk id="2" creationId="{1B2D8A2D-0A25-EFA4-98EB-5FBFDD79009C}"/>
          </ac:picMkLst>
        </pc:picChg>
        <pc:cxnChg chg="add mod">
          <ac:chgData name="Carl David M. Ujano" userId="0b973ba6-eeca-40fd-8def-f8645442f675" providerId="ADAL" clId="{E6B8DDE2-F5A3-42DA-95E9-8C7BFF99B4B5}" dt="2026-01-22T07:11:18.124" v="10746" actId="164"/>
          <ac:cxnSpMkLst>
            <pc:docMk/>
            <pc:sldMk cId="898944303" sldId="272"/>
            <ac:cxnSpMk id="12" creationId="{9B9D54AE-1359-0A13-1B13-DDAF7E829A24}"/>
          </ac:cxnSpMkLst>
        </pc:cxnChg>
        <pc:cxnChg chg="add mod">
          <ac:chgData name="Carl David M. Ujano" userId="0b973ba6-eeca-40fd-8def-f8645442f675" providerId="ADAL" clId="{E6B8DDE2-F5A3-42DA-95E9-8C7BFF99B4B5}" dt="2026-01-22T07:11:18.124" v="10746" actId="164"/>
          <ac:cxnSpMkLst>
            <pc:docMk/>
            <pc:sldMk cId="898944303" sldId="272"/>
            <ac:cxnSpMk id="13" creationId="{4C6E4155-8E22-55D9-2E47-4ED4F4607A87}"/>
          </ac:cxnSpMkLst>
        </pc:cxnChg>
        <pc:cxnChg chg="add mod">
          <ac:chgData name="Carl David M. Ujano" userId="0b973ba6-eeca-40fd-8def-f8645442f675" providerId="ADAL" clId="{E6B8DDE2-F5A3-42DA-95E9-8C7BFF99B4B5}" dt="2026-01-22T07:11:18.124" v="10746" actId="164"/>
          <ac:cxnSpMkLst>
            <pc:docMk/>
            <pc:sldMk cId="898944303" sldId="272"/>
            <ac:cxnSpMk id="16" creationId="{47AD83C5-D519-3875-2F04-D582916D2A9D}"/>
          </ac:cxnSpMkLst>
        </pc:cxnChg>
        <pc:cxnChg chg="add mod">
          <ac:chgData name="Carl David M. Ujano" userId="0b973ba6-eeca-40fd-8def-f8645442f675" providerId="ADAL" clId="{E6B8DDE2-F5A3-42DA-95E9-8C7BFF99B4B5}" dt="2026-01-22T07:11:18.124" v="10746" actId="164"/>
          <ac:cxnSpMkLst>
            <pc:docMk/>
            <pc:sldMk cId="898944303" sldId="272"/>
            <ac:cxnSpMk id="23" creationId="{1045A46C-C422-6096-F21F-CF648010CE18}"/>
          </ac:cxnSpMkLst>
        </pc:cxnChg>
        <pc:cxnChg chg="add del mod">
          <ac:chgData name="Carl David M. Ujano" userId="0b973ba6-eeca-40fd-8def-f8645442f675" providerId="ADAL" clId="{E6B8DDE2-F5A3-42DA-95E9-8C7BFF99B4B5}" dt="2026-01-22T07:08:03.469" v="10699" actId="478"/>
          <ac:cxnSpMkLst>
            <pc:docMk/>
            <pc:sldMk cId="898944303" sldId="272"/>
            <ac:cxnSpMk id="25" creationId="{A9F48836-B0D4-D2E7-FB3A-A7DD80AC702B}"/>
          </ac:cxnSpMkLst>
        </pc:cxnChg>
        <pc:cxnChg chg="add mod">
          <ac:chgData name="Carl David M. Ujano" userId="0b973ba6-eeca-40fd-8def-f8645442f675" providerId="ADAL" clId="{E6B8DDE2-F5A3-42DA-95E9-8C7BFF99B4B5}" dt="2026-01-22T07:11:18.124" v="10746" actId="164"/>
          <ac:cxnSpMkLst>
            <pc:docMk/>
            <pc:sldMk cId="898944303" sldId="272"/>
            <ac:cxnSpMk id="26" creationId="{8B0C08F8-0175-5A58-2462-455519337CF3}"/>
          </ac:cxnSpMkLst>
        </pc:cxnChg>
        <pc:cxnChg chg="add mod">
          <ac:chgData name="Carl David M. Ujano" userId="0b973ba6-eeca-40fd-8def-f8645442f675" providerId="ADAL" clId="{E6B8DDE2-F5A3-42DA-95E9-8C7BFF99B4B5}" dt="2026-01-22T07:11:18.124" v="10746" actId="164"/>
          <ac:cxnSpMkLst>
            <pc:docMk/>
            <pc:sldMk cId="898944303" sldId="272"/>
            <ac:cxnSpMk id="27" creationId="{EFE90420-8E9A-ED81-E56E-813380CB68D2}"/>
          </ac:cxnSpMkLst>
        </pc:cxnChg>
        <pc:cxnChg chg="add mod">
          <ac:chgData name="Carl David M. Ujano" userId="0b973ba6-eeca-40fd-8def-f8645442f675" providerId="ADAL" clId="{E6B8DDE2-F5A3-42DA-95E9-8C7BFF99B4B5}" dt="2026-01-22T07:11:18.124" v="10746" actId="164"/>
          <ac:cxnSpMkLst>
            <pc:docMk/>
            <pc:sldMk cId="898944303" sldId="272"/>
            <ac:cxnSpMk id="28" creationId="{30E71104-86A4-BC53-68B4-CCDDE2F3BFF8}"/>
          </ac:cxnSpMkLst>
        </pc:cxnChg>
        <pc:cxnChg chg="add mod">
          <ac:chgData name="Carl David M. Ujano" userId="0b973ba6-eeca-40fd-8def-f8645442f675" providerId="ADAL" clId="{E6B8DDE2-F5A3-42DA-95E9-8C7BFF99B4B5}" dt="2026-01-22T07:11:18.124" v="10746" actId="164"/>
          <ac:cxnSpMkLst>
            <pc:docMk/>
            <pc:sldMk cId="898944303" sldId="272"/>
            <ac:cxnSpMk id="37" creationId="{BEFA967A-AA55-C105-F8D2-6ECA64259194}"/>
          </ac:cxnSpMkLst>
        </pc:cxnChg>
      </pc:sldChg>
      <pc:sldChg chg="addSp delSp modSp new mod modClrScheme modShow chgLayout modNotesTx">
        <pc:chgData name="Carl David M. Ujano" userId="0b973ba6-eeca-40fd-8def-f8645442f675" providerId="ADAL" clId="{E6B8DDE2-F5A3-42DA-95E9-8C7BFF99B4B5}" dt="2026-01-22T01:30:26.701" v="10433" actId="729"/>
        <pc:sldMkLst>
          <pc:docMk/>
          <pc:sldMk cId="806143635" sldId="273"/>
        </pc:sldMkLst>
      </pc:sldChg>
      <pc:sldChg chg="addSp delSp modSp add mod modClrScheme modShow chgLayout modNotesTx">
        <pc:chgData name="Carl David M. Ujano" userId="0b973ba6-eeca-40fd-8def-f8645442f675" providerId="ADAL" clId="{E6B8DDE2-F5A3-42DA-95E9-8C7BFF99B4B5}" dt="2026-01-22T01:30:30.744" v="10434" actId="729"/>
        <pc:sldMkLst>
          <pc:docMk/>
          <pc:sldMk cId="2741577357" sldId="274"/>
        </pc:sldMkLst>
        <pc:spChg chg="add del mod">
          <ac:chgData name="Carl David M. Ujano" userId="0b973ba6-eeca-40fd-8def-f8645442f675" providerId="ADAL" clId="{E6B8DDE2-F5A3-42DA-95E9-8C7BFF99B4B5}" dt="2026-01-22T01:30:00.961" v="10432" actId="478"/>
          <ac:spMkLst>
            <pc:docMk/>
            <pc:sldMk cId="2741577357" sldId="274"/>
            <ac:spMk id="10" creationId="{E2E0E0B3-E09F-2F1D-D7B3-185C0032F8DA}"/>
          </ac:spMkLst>
        </pc:spChg>
      </pc:sldChg>
      <pc:sldChg chg="addSp delSp modSp new mod modNotesTx">
        <pc:chgData name="Carl David M. Ujano" userId="0b973ba6-eeca-40fd-8def-f8645442f675" providerId="ADAL" clId="{E6B8DDE2-F5A3-42DA-95E9-8C7BFF99B4B5}" dt="2026-01-20T09:17:37.699" v="9891" actId="1076"/>
        <pc:sldMkLst>
          <pc:docMk/>
          <pc:sldMk cId="1168447702" sldId="275"/>
        </pc:sldMkLst>
        <pc:spChg chg="add mod">
          <ac:chgData name="Carl David M. Ujano" userId="0b973ba6-eeca-40fd-8def-f8645442f675" providerId="ADAL" clId="{E6B8DDE2-F5A3-42DA-95E9-8C7BFF99B4B5}" dt="2026-01-20T09:17:32.026" v="9889" actId="1076"/>
          <ac:spMkLst>
            <pc:docMk/>
            <pc:sldMk cId="1168447702" sldId="275"/>
            <ac:spMk id="6" creationId="{E3CEA511-A904-13D5-7479-2FF69F3212DF}"/>
          </ac:spMkLst>
        </pc:spChg>
        <pc:spChg chg="add mod">
          <ac:chgData name="Carl David M. Ujano" userId="0b973ba6-eeca-40fd-8def-f8645442f675" providerId="ADAL" clId="{E6B8DDE2-F5A3-42DA-95E9-8C7BFF99B4B5}" dt="2026-01-20T09:17:35.320" v="9890" actId="1076"/>
          <ac:spMkLst>
            <pc:docMk/>
            <pc:sldMk cId="1168447702" sldId="275"/>
            <ac:spMk id="7" creationId="{888380DB-77C9-4EF3-7075-FB3447EA6C56}"/>
          </ac:spMkLst>
        </pc:spChg>
        <pc:graphicFrameChg chg="add mod modGraphic">
          <ac:chgData name="Carl David M. Ujano" userId="0b973ba6-eeca-40fd-8def-f8645442f675" providerId="ADAL" clId="{E6B8DDE2-F5A3-42DA-95E9-8C7BFF99B4B5}" dt="2026-01-20T09:17:29.123" v="9888" actId="1076"/>
          <ac:graphicFrameMkLst>
            <pc:docMk/>
            <pc:sldMk cId="1168447702" sldId="275"/>
            <ac:graphicFrameMk id="4" creationId="{89797FF3-7E8F-ED5D-186B-477A5E6CB23E}"/>
          </ac:graphicFrameMkLst>
        </pc:graphicFrameChg>
        <pc:graphicFrameChg chg="add mod modGraphic">
          <ac:chgData name="Carl David M. Ujano" userId="0b973ba6-eeca-40fd-8def-f8645442f675" providerId="ADAL" clId="{E6B8DDE2-F5A3-42DA-95E9-8C7BFF99B4B5}" dt="2026-01-20T09:17:37.699" v="9891" actId="1076"/>
          <ac:graphicFrameMkLst>
            <pc:docMk/>
            <pc:sldMk cId="1168447702" sldId="275"/>
            <ac:graphicFrameMk id="5" creationId="{B0EE45B9-7186-6557-55C2-9800B4721BA2}"/>
          </ac:graphicFrameMkLst>
        </pc:graphicFrameChg>
      </pc:sldChg>
      <pc:sldChg chg="addSp delSp modSp new del mod ord modNotesTx">
        <pc:chgData name="Carl David M. Ujano" userId="0b973ba6-eeca-40fd-8def-f8645442f675" providerId="ADAL" clId="{E6B8DDE2-F5A3-42DA-95E9-8C7BFF99B4B5}" dt="2026-01-23T06:32:21.898" v="12139" actId="47"/>
        <pc:sldMkLst>
          <pc:docMk/>
          <pc:sldMk cId="2299267590" sldId="277"/>
        </pc:sldMkLst>
      </pc:sldChg>
      <pc:sldChg chg="addSp modSp new mod modShow modNotesTx">
        <pc:chgData name="Carl David M. Ujano" userId="0b973ba6-eeca-40fd-8def-f8645442f675" providerId="ADAL" clId="{E6B8DDE2-F5A3-42DA-95E9-8C7BFF99B4B5}" dt="2026-01-22T01:30:34.625" v="10435" actId="729"/>
        <pc:sldMkLst>
          <pc:docMk/>
          <pc:sldMk cId="1690938301" sldId="278"/>
        </pc:sldMkLst>
      </pc:sldChg>
      <pc:sldChg chg="addSp delSp modSp new mod modNotesTx">
        <pc:chgData name="Carl David M. Ujano" userId="0b973ba6-eeca-40fd-8def-f8645442f675" providerId="ADAL" clId="{E6B8DDE2-F5A3-42DA-95E9-8C7BFF99B4B5}" dt="2026-01-20T09:24:28.810" v="10281" actId="478"/>
        <pc:sldMkLst>
          <pc:docMk/>
          <pc:sldMk cId="743578073" sldId="279"/>
        </pc:sldMkLst>
        <pc:spChg chg="mod">
          <ac:chgData name="Carl David M. Ujano" userId="0b973ba6-eeca-40fd-8def-f8645442f675" providerId="ADAL" clId="{E6B8DDE2-F5A3-42DA-95E9-8C7BFF99B4B5}" dt="2026-01-20T09:23:48.743" v="10255" actId="1076"/>
          <ac:spMkLst>
            <pc:docMk/>
            <pc:sldMk cId="743578073" sldId="279"/>
            <ac:spMk id="2" creationId="{1225D666-B1A1-68B9-E0DF-3D763AAB7B6A}"/>
          </ac:spMkLst>
        </pc:spChg>
      </pc:sldChg>
      <pc:sldChg chg="addSp delSp modSp add mod setBg">
        <pc:chgData name="Carl David M. Ujano" userId="0b973ba6-eeca-40fd-8def-f8645442f675" providerId="ADAL" clId="{E6B8DDE2-F5A3-42DA-95E9-8C7BFF99B4B5}" dt="2026-01-23T00:23:14.671" v="12031" actId="478"/>
        <pc:sldMkLst>
          <pc:docMk/>
          <pc:sldMk cId="1442262517" sldId="281"/>
        </pc:sldMkLst>
        <pc:spChg chg="add del mod">
          <ac:chgData name="Carl David M. Ujano" userId="0b973ba6-eeca-40fd-8def-f8645442f675" providerId="ADAL" clId="{E6B8DDE2-F5A3-42DA-95E9-8C7BFF99B4B5}" dt="2026-01-23T00:23:14.671" v="12031" actId="478"/>
          <ac:spMkLst>
            <pc:docMk/>
            <pc:sldMk cId="1442262517" sldId="281"/>
            <ac:spMk id="2" creationId="{3BB75F12-4BFE-5CD2-0A95-AF1E3ACE6B14}"/>
          </ac:spMkLst>
        </pc:spChg>
      </pc:sldChg>
      <pc:sldChg chg="addSp modSp add mod ord modShow">
        <pc:chgData name="Carl David M. Ujano" userId="0b973ba6-eeca-40fd-8def-f8645442f675" providerId="ADAL" clId="{E6B8DDE2-F5A3-42DA-95E9-8C7BFF99B4B5}" dt="2026-01-22T03:37:28.997" v="10588" actId="729"/>
        <pc:sldMkLst>
          <pc:docMk/>
          <pc:sldMk cId="3316586412" sldId="283"/>
        </pc:sldMkLst>
        <pc:spChg chg="add mod">
          <ac:chgData name="Carl David M. Ujano" userId="0b973ba6-eeca-40fd-8def-f8645442f675" providerId="ADAL" clId="{E6B8DDE2-F5A3-42DA-95E9-8C7BFF99B4B5}" dt="2026-01-22T01:28:36.801" v="10398"/>
          <ac:spMkLst>
            <pc:docMk/>
            <pc:sldMk cId="3316586412" sldId="283"/>
            <ac:spMk id="2" creationId="{D6D75B93-5FD4-F670-5F4A-B1BAE6FAA6C3}"/>
          </ac:spMkLst>
        </pc:spChg>
      </pc:sldChg>
      <pc:sldChg chg="addSp delSp modSp add mod ord">
        <pc:chgData name="Carl David M. Ujano" userId="0b973ba6-eeca-40fd-8def-f8645442f675" providerId="ADAL" clId="{E6B8DDE2-F5A3-42DA-95E9-8C7BFF99B4B5}" dt="2026-01-23T00:25:32.243" v="12036" actId="478"/>
        <pc:sldMkLst>
          <pc:docMk/>
          <pc:sldMk cId="3179443949" sldId="284"/>
        </pc:sldMkLst>
        <pc:spChg chg="add del mod">
          <ac:chgData name="Carl David M. Ujano" userId="0b973ba6-eeca-40fd-8def-f8645442f675" providerId="ADAL" clId="{E6B8DDE2-F5A3-42DA-95E9-8C7BFF99B4B5}" dt="2026-01-23T00:25:32.243" v="12036" actId="478"/>
          <ac:spMkLst>
            <pc:docMk/>
            <pc:sldMk cId="3179443949" sldId="284"/>
            <ac:spMk id="2" creationId="{BD1AA21A-2FFF-3054-CF85-D86A09C9926B}"/>
          </ac:spMkLst>
        </pc:spChg>
      </pc:sldChg>
      <pc:sldChg chg="modSp add mod">
        <pc:chgData name="Carl David M. Ujano" userId="0b973ba6-eeca-40fd-8def-f8645442f675" providerId="ADAL" clId="{E6B8DDE2-F5A3-42DA-95E9-8C7BFF99B4B5}" dt="2026-01-23T06:24:05.411" v="12042"/>
        <pc:sldMkLst>
          <pc:docMk/>
          <pc:sldMk cId="1709479502" sldId="285"/>
        </pc:sldMkLst>
        <pc:spChg chg="mod">
          <ac:chgData name="Carl David M. Ujano" userId="0b973ba6-eeca-40fd-8def-f8645442f675" providerId="ADAL" clId="{E6B8DDE2-F5A3-42DA-95E9-8C7BFF99B4B5}" dt="2026-01-22T03:48:03.144" v="10591" actId="14861"/>
          <ac:spMkLst>
            <pc:docMk/>
            <pc:sldMk cId="1709479502" sldId="285"/>
            <ac:spMk id="25" creationId="{77516172-C8EF-ECD1-E9A9-6A4A21AB4815}"/>
          </ac:spMkLst>
        </pc:spChg>
        <pc:spChg chg="mod">
          <ac:chgData name="Carl David M. Ujano" userId="0b973ba6-eeca-40fd-8def-f8645442f675" providerId="ADAL" clId="{E6B8DDE2-F5A3-42DA-95E9-8C7BFF99B4B5}" dt="2026-01-22T03:48:22.591" v="10592" actId="14861"/>
          <ac:spMkLst>
            <pc:docMk/>
            <pc:sldMk cId="1709479502" sldId="285"/>
            <ac:spMk id="26" creationId="{8D985622-0AAD-C36F-C59E-9CF2410D31DA}"/>
          </ac:spMkLst>
        </pc:spChg>
        <pc:spChg chg="mod">
          <ac:chgData name="Carl David M. Ujano" userId="0b973ba6-eeca-40fd-8def-f8645442f675" providerId="ADAL" clId="{E6B8DDE2-F5A3-42DA-95E9-8C7BFF99B4B5}" dt="2026-01-22T03:48:03.144" v="10591" actId="14861"/>
          <ac:spMkLst>
            <pc:docMk/>
            <pc:sldMk cId="1709479502" sldId="285"/>
            <ac:spMk id="27" creationId="{486E4F49-A973-52D6-4070-2ED78B1E166E}"/>
          </ac:spMkLst>
        </pc:spChg>
        <pc:spChg chg="mod">
          <ac:chgData name="Carl David M. Ujano" userId="0b973ba6-eeca-40fd-8def-f8645442f675" providerId="ADAL" clId="{E6B8DDE2-F5A3-42DA-95E9-8C7BFF99B4B5}" dt="2026-01-22T08:42:16.102" v="12018" actId="404"/>
          <ac:spMkLst>
            <pc:docMk/>
            <pc:sldMk cId="1709479502" sldId="285"/>
            <ac:spMk id="28" creationId="{8D10DFFB-3D11-15D5-C80D-0CD4C162DC46}"/>
          </ac:spMkLst>
        </pc:spChg>
        <pc:spChg chg="mod">
          <ac:chgData name="Carl David M. Ujano" userId="0b973ba6-eeca-40fd-8def-f8645442f675" providerId="ADAL" clId="{E6B8DDE2-F5A3-42DA-95E9-8C7BFF99B4B5}" dt="2026-01-22T03:48:03.144" v="10591" actId="14861"/>
          <ac:spMkLst>
            <pc:docMk/>
            <pc:sldMk cId="1709479502" sldId="285"/>
            <ac:spMk id="29" creationId="{195711CE-B9D4-786C-3E61-8BC93AF4DB5C}"/>
          </ac:spMkLst>
        </pc:spChg>
        <pc:spChg chg="mod">
          <ac:chgData name="Carl David M. Ujano" userId="0b973ba6-eeca-40fd-8def-f8645442f675" providerId="ADAL" clId="{E6B8DDE2-F5A3-42DA-95E9-8C7BFF99B4B5}" dt="2026-01-22T03:48:22.591" v="10592" actId="14861"/>
          <ac:spMkLst>
            <pc:docMk/>
            <pc:sldMk cId="1709479502" sldId="285"/>
            <ac:spMk id="30" creationId="{600392CE-91CE-5296-557B-9891C939C4EB}"/>
          </ac:spMkLst>
        </pc:spChg>
        <pc:spChg chg="mod">
          <ac:chgData name="Carl David M. Ujano" userId="0b973ba6-eeca-40fd-8def-f8645442f675" providerId="ADAL" clId="{E6B8DDE2-F5A3-42DA-95E9-8C7BFF99B4B5}" dt="2026-01-23T00:24:31.347" v="12035" actId="121"/>
          <ac:spMkLst>
            <pc:docMk/>
            <pc:sldMk cId="1709479502" sldId="285"/>
            <ac:spMk id="45" creationId="{5DC1B86B-9B78-2FF9-BB44-5034ED9805E0}"/>
          </ac:spMkLst>
        </pc:spChg>
        <pc:spChg chg="mod">
          <ac:chgData name="Carl David M. Ujano" userId="0b973ba6-eeca-40fd-8def-f8645442f675" providerId="ADAL" clId="{E6B8DDE2-F5A3-42DA-95E9-8C7BFF99B4B5}" dt="2026-01-23T00:24:20.173" v="12033" actId="121"/>
          <ac:spMkLst>
            <pc:docMk/>
            <pc:sldMk cId="1709479502" sldId="285"/>
            <ac:spMk id="46" creationId="{A1CC18F4-B887-2800-ED5C-601E87BCA442}"/>
          </ac:spMkLst>
        </pc:spChg>
        <pc:spChg chg="mod">
          <ac:chgData name="Carl David M. Ujano" userId="0b973ba6-eeca-40fd-8def-f8645442f675" providerId="ADAL" clId="{E6B8DDE2-F5A3-42DA-95E9-8C7BFF99B4B5}" dt="2026-01-23T06:24:05.411" v="12042"/>
          <ac:spMkLst>
            <pc:docMk/>
            <pc:sldMk cId="1709479502" sldId="285"/>
            <ac:spMk id="49" creationId="{63591F8E-A41B-34D9-2EDC-BDA5FCE24E8F}"/>
          </ac:spMkLst>
        </pc:spChg>
      </pc:sldChg>
      <pc:sldChg chg="addSp delSp modSp add mod">
        <pc:chgData name="Carl David M. Ujano" userId="0b973ba6-eeca-40fd-8def-f8645442f675" providerId="ADAL" clId="{E6B8DDE2-F5A3-42DA-95E9-8C7BFF99B4B5}" dt="2026-01-22T08:42:34.692" v="12020"/>
        <pc:sldMkLst>
          <pc:docMk/>
          <pc:sldMk cId="3997209745" sldId="286"/>
        </pc:sldMkLst>
        <pc:spChg chg="add mod">
          <ac:chgData name="Carl David M. Ujano" userId="0b973ba6-eeca-40fd-8def-f8645442f675" providerId="ADAL" clId="{E6B8DDE2-F5A3-42DA-95E9-8C7BFF99B4B5}" dt="2026-01-22T08:42:34.692" v="12020"/>
          <ac:spMkLst>
            <pc:docMk/>
            <pc:sldMk cId="3997209745" sldId="286"/>
            <ac:spMk id="7" creationId="{E22E0A38-173F-9E27-434F-EEF4AA09F1E9}"/>
          </ac:spMkLst>
        </pc:spChg>
        <pc:spChg chg="mod">
          <ac:chgData name="Carl David M. Ujano" userId="0b973ba6-eeca-40fd-8def-f8645442f675" providerId="ADAL" clId="{E6B8DDE2-F5A3-42DA-95E9-8C7BFF99B4B5}" dt="2026-01-22T03:48:58.546" v="10594" actId="14861"/>
          <ac:spMkLst>
            <pc:docMk/>
            <pc:sldMk cId="3997209745" sldId="286"/>
            <ac:spMk id="25" creationId="{FF345693-3F7E-84AA-2B81-D36EE909BD20}"/>
          </ac:spMkLst>
        </pc:spChg>
        <pc:spChg chg="mod">
          <ac:chgData name="Carl David M. Ujano" userId="0b973ba6-eeca-40fd-8def-f8645442f675" providerId="ADAL" clId="{E6B8DDE2-F5A3-42DA-95E9-8C7BFF99B4B5}" dt="2026-01-22T03:48:51.275" v="10593" actId="14861"/>
          <ac:spMkLst>
            <pc:docMk/>
            <pc:sldMk cId="3997209745" sldId="286"/>
            <ac:spMk id="26" creationId="{13B3E0D6-7B12-CFC0-A957-610B3E17A8E7}"/>
          </ac:spMkLst>
        </pc:spChg>
        <pc:spChg chg="mod">
          <ac:chgData name="Carl David M. Ujano" userId="0b973ba6-eeca-40fd-8def-f8645442f675" providerId="ADAL" clId="{E6B8DDE2-F5A3-42DA-95E9-8C7BFF99B4B5}" dt="2026-01-22T03:48:58.546" v="10594" actId="14861"/>
          <ac:spMkLst>
            <pc:docMk/>
            <pc:sldMk cId="3997209745" sldId="286"/>
            <ac:spMk id="27" creationId="{D41BB296-09F4-7020-BA9A-167AEF1CAD8F}"/>
          </ac:spMkLst>
        </pc:spChg>
        <pc:spChg chg="del">
          <ac:chgData name="Carl David M. Ujano" userId="0b973ba6-eeca-40fd-8def-f8645442f675" providerId="ADAL" clId="{E6B8DDE2-F5A3-42DA-95E9-8C7BFF99B4B5}" dt="2026-01-22T08:42:29.612" v="12019" actId="478"/>
          <ac:spMkLst>
            <pc:docMk/>
            <pc:sldMk cId="3997209745" sldId="286"/>
            <ac:spMk id="28" creationId="{D24B56FA-E287-0A9C-92CD-D3E48C7A4716}"/>
          </ac:spMkLst>
        </pc:spChg>
        <pc:spChg chg="mod">
          <ac:chgData name="Carl David M. Ujano" userId="0b973ba6-eeca-40fd-8def-f8645442f675" providerId="ADAL" clId="{E6B8DDE2-F5A3-42DA-95E9-8C7BFF99B4B5}" dt="2026-01-22T03:48:58.546" v="10594" actId="14861"/>
          <ac:spMkLst>
            <pc:docMk/>
            <pc:sldMk cId="3997209745" sldId="286"/>
            <ac:spMk id="29" creationId="{5FF64E4C-FC7F-9B85-8A7D-F88B53DA7097}"/>
          </ac:spMkLst>
        </pc:spChg>
        <pc:spChg chg="mod">
          <ac:chgData name="Carl David M. Ujano" userId="0b973ba6-eeca-40fd-8def-f8645442f675" providerId="ADAL" clId="{E6B8DDE2-F5A3-42DA-95E9-8C7BFF99B4B5}" dt="2026-01-22T03:48:51.275" v="10593" actId="14861"/>
          <ac:spMkLst>
            <pc:docMk/>
            <pc:sldMk cId="3997209745" sldId="286"/>
            <ac:spMk id="30" creationId="{B4DB62D1-488B-51CF-9376-18DDAB3FF1F6}"/>
          </ac:spMkLst>
        </pc:spChg>
      </pc:sldChg>
      <pc:sldChg chg="addSp delSp modSp new del mod modNotesTx">
        <pc:chgData name="Carl David M. Ujano" userId="0b973ba6-eeca-40fd-8def-f8645442f675" providerId="ADAL" clId="{E6B8DDE2-F5A3-42DA-95E9-8C7BFF99B4B5}" dt="2026-01-23T06:28:41.115" v="12136" actId="2696"/>
        <pc:sldMkLst>
          <pc:docMk/>
          <pc:sldMk cId="964674049" sldId="287"/>
        </pc:sldMkLst>
        <pc:spChg chg="add mod">
          <ac:chgData name="Carl David M. Ujano" userId="0b973ba6-eeca-40fd-8def-f8645442f675" providerId="ADAL" clId="{E6B8DDE2-F5A3-42DA-95E9-8C7BFF99B4B5}" dt="2026-01-22T08:00:54.682" v="11369" actId="20577"/>
          <ac:spMkLst>
            <pc:docMk/>
            <pc:sldMk cId="964674049" sldId="287"/>
            <ac:spMk id="2" creationId="{D3EF0A4D-E916-CBB1-923B-0CDA6189AE47}"/>
          </ac:spMkLst>
        </pc:spChg>
        <pc:spChg chg="add del mod">
          <ac:chgData name="Carl David M. Ujano" userId="0b973ba6-eeca-40fd-8def-f8645442f675" providerId="ADAL" clId="{E6B8DDE2-F5A3-42DA-95E9-8C7BFF99B4B5}" dt="2026-01-22T07:39:02.656" v="11058" actId="478"/>
          <ac:spMkLst>
            <pc:docMk/>
            <pc:sldMk cId="964674049" sldId="287"/>
            <ac:spMk id="3" creationId="{BB66D214-85D3-2309-9B11-0FEF85B0AF1E}"/>
          </ac:spMkLst>
        </pc:spChg>
        <pc:spChg chg="add del mod">
          <ac:chgData name="Carl David M. Ujano" userId="0b973ba6-eeca-40fd-8def-f8645442f675" providerId="ADAL" clId="{E6B8DDE2-F5A3-42DA-95E9-8C7BFF99B4B5}" dt="2026-01-22T07:40:15.221" v="11073" actId="478"/>
          <ac:spMkLst>
            <pc:docMk/>
            <pc:sldMk cId="964674049" sldId="287"/>
            <ac:spMk id="4" creationId="{C1584F60-EAE0-143D-974C-D545A84AAD6D}"/>
          </ac:spMkLst>
        </pc:spChg>
        <pc:spChg chg="add del mod">
          <ac:chgData name="Carl David M. Ujano" userId="0b973ba6-eeca-40fd-8def-f8645442f675" providerId="ADAL" clId="{E6B8DDE2-F5A3-42DA-95E9-8C7BFF99B4B5}" dt="2026-01-22T07:46:54.906" v="11142" actId="478"/>
          <ac:spMkLst>
            <pc:docMk/>
            <pc:sldMk cId="964674049" sldId="287"/>
            <ac:spMk id="7" creationId="{208F0003-C6A1-9EC6-F018-2B7E2D4FE38B}"/>
          </ac:spMkLst>
        </pc:spChg>
        <pc:spChg chg="add del mod">
          <ac:chgData name="Carl David M. Ujano" userId="0b973ba6-eeca-40fd-8def-f8645442f675" providerId="ADAL" clId="{E6B8DDE2-F5A3-42DA-95E9-8C7BFF99B4B5}" dt="2026-01-22T07:46:55.306" v="11143" actId="478"/>
          <ac:spMkLst>
            <pc:docMk/>
            <pc:sldMk cId="964674049" sldId="287"/>
            <ac:spMk id="8" creationId="{DAD8ADEE-4D95-65A0-A952-10B23E757E24}"/>
          </ac:spMkLst>
        </pc:spChg>
        <pc:spChg chg="add del mod">
          <ac:chgData name="Carl David M. Ujano" userId="0b973ba6-eeca-40fd-8def-f8645442f675" providerId="ADAL" clId="{E6B8DDE2-F5A3-42DA-95E9-8C7BFF99B4B5}" dt="2026-01-22T07:46:55.781" v="11144" actId="478"/>
          <ac:spMkLst>
            <pc:docMk/>
            <pc:sldMk cId="964674049" sldId="287"/>
            <ac:spMk id="9" creationId="{1BF455A1-A2E9-B8CD-1856-070D45FDF6BA}"/>
          </ac:spMkLst>
        </pc:spChg>
        <pc:spChg chg="add del mod">
          <ac:chgData name="Carl David M. Ujano" userId="0b973ba6-eeca-40fd-8def-f8645442f675" providerId="ADAL" clId="{E6B8DDE2-F5A3-42DA-95E9-8C7BFF99B4B5}" dt="2026-01-22T07:46:56.985" v="11145" actId="478"/>
          <ac:spMkLst>
            <pc:docMk/>
            <pc:sldMk cId="964674049" sldId="287"/>
            <ac:spMk id="10" creationId="{92AFEE64-CCE0-B474-2010-B9EB8851FD00}"/>
          </ac:spMkLst>
        </pc:spChg>
        <pc:spChg chg="add del mod">
          <ac:chgData name="Carl David M. Ujano" userId="0b973ba6-eeca-40fd-8def-f8645442f675" providerId="ADAL" clId="{E6B8DDE2-F5A3-42DA-95E9-8C7BFF99B4B5}" dt="2026-01-22T07:46:57.379" v="11146" actId="478"/>
          <ac:spMkLst>
            <pc:docMk/>
            <pc:sldMk cId="964674049" sldId="287"/>
            <ac:spMk id="11" creationId="{5E8873B0-9E02-F875-EAE7-9AD5D29E4969}"/>
          </ac:spMkLst>
        </pc:spChg>
        <pc:spChg chg="add del mod">
          <ac:chgData name="Carl David M. Ujano" userId="0b973ba6-eeca-40fd-8def-f8645442f675" providerId="ADAL" clId="{E6B8DDE2-F5A3-42DA-95E9-8C7BFF99B4B5}" dt="2026-01-22T07:48:24.646" v="11187" actId="478"/>
          <ac:spMkLst>
            <pc:docMk/>
            <pc:sldMk cId="964674049" sldId="287"/>
            <ac:spMk id="12" creationId="{F5AE42A1-8931-2BD1-AE28-882952C09D14}"/>
          </ac:spMkLst>
        </pc:spChg>
        <pc:spChg chg="add del mod">
          <ac:chgData name="Carl David M. Ujano" userId="0b973ba6-eeca-40fd-8def-f8645442f675" providerId="ADAL" clId="{E6B8DDE2-F5A3-42DA-95E9-8C7BFF99B4B5}" dt="2026-01-22T07:47:34.629" v="11165" actId="478"/>
          <ac:spMkLst>
            <pc:docMk/>
            <pc:sldMk cId="964674049" sldId="287"/>
            <ac:spMk id="13" creationId="{80C41311-94FD-6248-B226-7DA96C9E5AD9}"/>
          </ac:spMkLst>
        </pc:spChg>
        <pc:spChg chg="add del mod">
          <ac:chgData name="Carl David M. Ujano" userId="0b973ba6-eeca-40fd-8def-f8645442f675" providerId="ADAL" clId="{E6B8DDE2-F5A3-42DA-95E9-8C7BFF99B4B5}" dt="2026-01-22T07:47:34.159" v="11164" actId="478"/>
          <ac:spMkLst>
            <pc:docMk/>
            <pc:sldMk cId="964674049" sldId="287"/>
            <ac:spMk id="14" creationId="{F8C9E005-2B5E-FB9A-3BC3-B713F102F1AF}"/>
          </ac:spMkLst>
        </pc:spChg>
        <pc:spChg chg="add del mod">
          <ac:chgData name="Carl David M. Ujano" userId="0b973ba6-eeca-40fd-8def-f8645442f675" providerId="ADAL" clId="{E6B8DDE2-F5A3-42DA-95E9-8C7BFF99B4B5}" dt="2026-01-22T07:48:23.581" v="11186" actId="478"/>
          <ac:spMkLst>
            <pc:docMk/>
            <pc:sldMk cId="964674049" sldId="287"/>
            <ac:spMk id="15" creationId="{4C0D4015-8059-1500-1A7A-B305CADA7CDE}"/>
          </ac:spMkLst>
        </pc:spChg>
        <pc:spChg chg="add del mod">
          <ac:chgData name="Carl David M. Ujano" userId="0b973ba6-eeca-40fd-8def-f8645442f675" providerId="ADAL" clId="{E6B8DDE2-F5A3-42DA-95E9-8C7BFF99B4B5}" dt="2026-01-22T07:48:25.188" v="11188" actId="478"/>
          <ac:spMkLst>
            <pc:docMk/>
            <pc:sldMk cId="964674049" sldId="287"/>
            <ac:spMk id="16" creationId="{2A1B76AE-9952-D018-2765-B884A1C0D461}"/>
          </ac:spMkLst>
        </pc:spChg>
        <pc:spChg chg="add del mod">
          <ac:chgData name="Carl David M. Ujano" userId="0b973ba6-eeca-40fd-8def-f8645442f675" providerId="ADAL" clId="{E6B8DDE2-F5A3-42DA-95E9-8C7BFF99B4B5}" dt="2026-01-22T07:48:26.463" v="11189" actId="478"/>
          <ac:spMkLst>
            <pc:docMk/>
            <pc:sldMk cId="964674049" sldId="287"/>
            <ac:spMk id="17" creationId="{ADAFE088-F03C-8856-D6D0-54772F37E3B9}"/>
          </ac:spMkLst>
        </pc:spChg>
        <pc:spChg chg="add del mod">
          <ac:chgData name="Carl David M. Ujano" userId="0b973ba6-eeca-40fd-8def-f8645442f675" providerId="ADAL" clId="{E6B8DDE2-F5A3-42DA-95E9-8C7BFF99B4B5}" dt="2026-01-22T07:48:27.648" v="11190" actId="478"/>
          <ac:spMkLst>
            <pc:docMk/>
            <pc:sldMk cId="964674049" sldId="287"/>
            <ac:spMk id="18" creationId="{50FFD983-74DB-2ECC-F9F4-34B671D514E2}"/>
          </ac:spMkLst>
        </pc:spChg>
        <pc:spChg chg="add del mod">
          <ac:chgData name="Carl David M. Ujano" userId="0b973ba6-eeca-40fd-8def-f8645442f675" providerId="ADAL" clId="{E6B8DDE2-F5A3-42DA-95E9-8C7BFF99B4B5}" dt="2026-01-22T07:48:28.218" v="11191" actId="478"/>
          <ac:spMkLst>
            <pc:docMk/>
            <pc:sldMk cId="964674049" sldId="287"/>
            <ac:spMk id="19" creationId="{6F59105F-CEBF-EDD1-F80A-65F54E2887BD}"/>
          </ac:spMkLst>
        </pc:spChg>
        <pc:spChg chg="add del mod">
          <ac:chgData name="Carl David M. Ujano" userId="0b973ba6-eeca-40fd-8def-f8645442f675" providerId="ADAL" clId="{E6B8DDE2-F5A3-42DA-95E9-8C7BFF99B4B5}" dt="2026-01-22T07:55:45.674" v="11256" actId="478"/>
          <ac:spMkLst>
            <pc:docMk/>
            <pc:sldMk cId="964674049" sldId="287"/>
            <ac:spMk id="20" creationId="{AE902ABF-EF41-2C6F-2A28-FE01E9C8765C}"/>
          </ac:spMkLst>
        </pc:spChg>
        <pc:spChg chg="add del mod">
          <ac:chgData name="Carl David M. Ujano" userId="0b973ba6-eeca-40fd-8def-f8645442f675" providerId="ADAL" clId="{E6B8DDE2-F5A3-42DA-95E9-8C7BFF99B4B5}" dt="2026-01-22T07:54:20.044" v="11219" actId="478"/>
          <ac:spMkLst>
            <pc:docMk/>
            <pc:sldMk cId="964674049" sldId="287"/>
            <ac:spMk id="21" creationId="{8E4C5D72-EE71-7FBC-8550-89568C4FF89E}"/>
          </ac:spMkLst>
        </pc:spChg>
        <pc:spChg chg="add del mod">
          <ac:chgData name="Carl David M. Ujano" userId="0b973ba6-eeca-40fd-8def-f8645442f675" providerId="ADAL" clId="{E6B8DDE2-F5A3-42DA-95E9-8C7BFF99B4B5}" dt="2026-01-22T07:54:20.698" v="11221" actId="478"/>
          <ac:spMkLst>
            <pc:docMk/>
            <pc:sldMk cId="964674049" sldId="287"/>
            <ac:spMk id="22" creationId="{A5967AFB-FCE8-08CC-CDB0-489FCA4E7AE2}"/>
          </ac:spMkLst>
        </pc:spChg>
        <pc:spChg chg="add del mod">
          <ac:chgData name="Carl David M. Ujano" userId="0b973ba6-eeca-40fd-8def-f8645442f675" providerId="ADAL" clId="{E6B8DDE2-F5A3-42DA-95E9-8C7BFF99B4B5}" dt="2026-01-22T07:54:21.127" v="11222" actId="478"/>
          <ac:spMkLst>
            <pc:docMk/>
            <pc:sldMk cId="964674049" sldId="287"/>
            <ac:spMk id="23" creationId="{1A724A1A-63BE-726F-482F-1EBE4ACD82A8}"/>
          </ac:spMkLst>
        </pc:spChg>
        <pc:spChg chg="add del mod">
          <ac:chgData name="Carl David M. Ujano" userId="0b973ba6-eeca-40fd-8def-f8645442f675" providerId="ADAL" clId="{E6B8DDE2-F5A3-42DA-95E9-8C7BFF99B4B5}" dt="2026-01-22T07:55:46.148" v="11257" actId="478"/>
          <ac:spMkLst>
            <pc:docMk/>
            <pc:sldMk cId="964674049" sldId="287"/>
            <ac:spMk id="24" creationId="{61267B1C-461B-B8A9-6E53-440BACFDC799}"/>
          </ac:spMkLst>
        </pc:spChg>
        <pc:spChg chg="add del mod">
          <ac:chgData name="Carl David M. Ujano" userId="0b973ba6-eeca-40fd-8def-f8645442f675" providerId="ADAL" clId="{E6B8DDE2-F5A3-42DA-95E9-8C7BFF99B4B5}" dt="2026-01-22T07:55:46.577" v="11258" actId="478"/>
          <ac:spMkLst>
            <pc:docMk/>
            <pc:sldMk cId="964674049" sldId="287"/>
            <ac:spMk id="25" creationId="{27C095C6-7DFB-66B0-A7A8-6454A0A30E67}"/>
          </ac:spMkLst>
        </pc:spChg>
        <pc:spChg chg="add del mod">
          <ac:chgData name="Carl David M. Ujano" userId="0b973ba6-eeca-40fd-8def-f8645442f675" providerId="ADAL" clId="{E6B8DDE2-F5A3-42DA-95E9-8C7BFF99B4B5}" dt="2026-01-22T07:55:45.108" v="11255" actId="478"/>
          <ac:spMkLst>
            <pc:docMk/>
            <pc:sldMk cId="964674049" sldId="287"/>
            <ac:spMk id="26" creationId="{0BA2B143-C6C5-8504-2CA8-1BD704F84C0B}"/>
          </ac:spMkLst>
        </pc:spChg>
        <pc:spChg chg="add del mod">
          <ac:chgData name="Carl David M. Ujano" userId="0b973ba6-eeca-40fd-8def-f8645442f675" providerId="ADAL" clId="{E6B8DDE2-F5A3-42DA-95E9-8C7BFF99B4B5}" dt="2026-01-22T07:55:44.540" v="11254" actId="478"/>
          <ac:spMkLst>
            <pc:docMk/>
            <pc:sldMk cId="964674049" sldId="287"/>
            <ac:spMk id="27" creationId="{7ED4D995-C536-8DDC-6865-1711CF6BEA63}"/>
          </ac:spMkLst>
        </pc:spChg>
        <pc:spChg chg="add mod">
          <ac:chgData name="Carl David M. Ujano" userId="0b973ba6-eeca-40fd-8def-f8645442f675" providerId="ADAL" clId="{E6B8DDE2-F5A3-42DA-95E9-8C7BFF99B4B5}" dt="2026-01-22T08:00:24.991" v="11331" actId="164"/>
          <ac:spMkLst>
            <pc:docMk/>
            <pc:sldMk cId="964674049" sldId="287"/>
            <ac:spMk id="28" creationId="{AD1E19FB-A287-8739-267F-B8D81E77EE87}"/>
          </ac:spMkLst>
        </pc:spChg>
        <pc:spChg chg="add mod">
          <ac:chgData name="Carl David M. Ujano" userId="0b973ba6-eeca-40fd-8def-f8645442f675" providerId="ADAL" clId="{E6B8DDE2-F5A3-42DA-95E9-8C7BFF99B4B5}" dt="2026-01-22T08:00:24.991" v="11331" actId="164"/>
          <ac:spMkLst>
            <pc:docMk/>
            <pc:sldMk cId="964674049" sldId="287"/>
            <ac:spMk id="29" creationId="{F7E8010E-B8AE-8947-0D03-56FD2146E193}"/>
          </ac:spMkLst>
        </pc:spChg>
        <pc:spChg chg="add del mod">
          <ac:chgData name="Carl David M. Ujano" userId="0b973ba6-eeca-40fd-8def-f8645442f675" providerId="ADAL" clId="{E6B8DDE2-F5A3-42DA-95E9-8C7BFF99B4B5}" dt="2026-01-22T08:13:22.234" v="11572" actId="478"/>
          <ac:spMkLst>
            <pc:docMk/>
            <pc:sldMk cId="964674049" sldId="287"/>
            <ac:spMk id="30" creationId="{672DBAE8-DDB7-21A2-A417-038BF341BE57}"/>
          </ac:spMkLst>
        </pc:spChg>
        <pc:spChg chg="add mod">
          <ac:chgData name="Carl David M. Ujano" userId="0b973ba6-eeca-40fd-8def-f8645442f675" providerId="ADAL" clId="{E6B8DDE2-F5A3-42DA-95E9-8C7BFF99B4B5}" dt="2026-01-22T08:02:40.052" v="11394" actId="164"/>
          <ac:spMkLst>
            <pc:docMk/>
            <pc:sldMk cId="964674049" sldId="287"/>
            <ac:spMk id="42" creationId="{A487855A-E388-CF77-70DC-A566EF2F5215}"/>
          </ac:spMkLst>
        </pc:spChg>
        <pc:spChg chg="mod">
          <ac:chgData name="Carl David M. Ujano" userId="0b973ba6-eeca-40fd-8def-f8645442f675" providerId="ADAL" clId="{E6B8DDE2-F5A3-42DA-95E9-8C7BFF99B4B5}" dt="2026-01-22T08:03:14.494" v="11400"/>
          <ac:spMkLst>
            <pc:docMk/>
            <pc:sldMk cId="964674049" sldId="287"/>
            <ac:spMk id="48" creationId="{11A9F4D8-DA35-177F-71C6-0820B4B6A1B9}"/>
          </ac:spMkLst>
        </pc:spChg>
        <pc:spChg chg="mod">
          <ac:chgData name="Carl David M. Ujano" userId="0b973ba6-eeca-40fd-8def-f8645442f675" providerId="ADAL" clId="{E6B8DDE2-F5A3-42DA-95E9-8C7BFF99B4B5}" dt="2026-01-22T08:03:41.503" v="11414"/>
          <ac:spMkLst>
            <pc:docMk/>
            <pc:sldMk cId="964674049" sldId="287"/>
            <ac:spMk id="51" creationId="{34DF469D-D47F-7A96-9082-DFFC00AA86C4}"/>
          </ac:spMkLst>
        </pc:spChg>
        <pc:spChg chg="mod">
          <ac:chgData name="Carl David M. Ujano" userId="0b973ba6-eeca-40fd-8def-f8645442f675" providerId="ADAL" clId="{E6B8DDE2-F5A3-42DA-95E9-8C7BFF99B4B5}" dt="2026-01-22T08:03:50.880" v="11418"/>
          <ac:spMkLst>
            <pc:docMk/>
            <pc:sldMk cId="964674049" sldId="287"/>
            <ac:spMk id="54" creationId="{3E90A3FA-126D-B533-3708-8BC567C65DBC}"/>
          </ac:spMkLst>
        </pc:spChg>
        <pc:spChg chg="mod">
          <ac:chgData name="Carl David M. Ujano" userId="0b973ba6-eeca-40fd-8def-f8645442f675" providerId="ADAL" clId="{E6B8DDE2-F5A3-42DA-95E9-8C7BFF99B4B5}" dt="2026-01-22T08:04:02.516" v="11423"/>
          <ac:spMkLst>
            <pc:docMk/>
            <pc:sldMk cId="964674049" sldId="287"/>
            <ac:spMk id="57" creationId="{1994A999-4C08-4ACF-4B79-5807D75AE22B}"/>
          </ac:spMkLst>
        </pc:spChg>
        <pc:spChg chg="mod">
          <ac:chgData name="Carl David M. Ujano" userId="0b973ba6-eeca-40fd-8def-f8645442f675" providerId="ADAL" clId="{E6B8DDE2-F5A3-42DA-95E9-8C7BFF99B4B5}" dt="2026-01-22T08:04:21.191" v="11436"/>
          <ac:spMkLst>
            <pc:docMk/>
            <pc:sldMk cId="964674049" sldId="287"/>
            <ac:spMk id="60" creationId="{AEFADFBD-51E3-6775-BFE8-A5C2DD6E44FD}"/>
          </ac:spMkLst>
        </pc:spChg>
        <pc:spChg chg="mod">
          <ac:chgData name="Carl David M. Ujano" userId="0b973ba6-eeca-40fd-8def-f8645442f675" providerId="ADAL" clId="{E6B8DDE2-F5A3-42DA-95E9-8C7BFF99B4B5}" dt="2026-01-22T08:05:30.480" v="11453"/>
          <ac:spMkLst>
            <pc:docMk/>
            <pc:sldMk cId="964674049" sldId="287"/>
            <ac:spMk id="63" creationId="{1EAF4EE9-6B49-293E-C787-BF8D57FFF851}"/>
          </ac:spMkLst>
        </pc:spChg>
        <pc:spChg chg="mod">
          <ac:chgData name="Carl David M. Ujano" userId="0b973ba6-eeca-40fd-8def-f8645442f675" providerId="ADAL" clId="{E6B8DDE2-F5A3-42DA-95E9-8C7BFF99B4B5}" dt="2026-01-22T08:05:43.048" v="11460"/>
          <ac:spMkLst>
            <pc:docMk/>
            <pc:sldMk cId="964674049" sldId="287"/>
            <ac:spMk id="66" creationId="{D53C1E65-E8B3-5795-ADA5-FFB300754BE0}"/>
          </ac:spMkLst>
        </pc:spChg>
        <pc:spChg chg="add mod">
          <ac:chgData name="Carl David M. Ujano" userId="0b973ba6-eeca-40fd-8def-f8645442f675" providerId="ADAL" clId="{E6B8DDE2-F5A3-42DA-95E9-8C7BFF99B4B5}" dt="2026-01-22T08:36:34.506" v="11976" actId="1076"/>
          <ac:spMkLst>
            <pc:docMk/>
            <pc:sldMk cId="964674049" sldId="287"/>
            <ac:spMk id="68" creationId="{715B8B61-5871-8DC7-441B-9F3D3B49E25C}"/>
          </ac:spMkLst>
        </pc:spChg>
        <pc:spChg chg="add mod">
          <ac:chgData name="Carl David M. Ujano" userId="0b973ba6-eeca-40fd-8def-f8645442f675" providerId="ADAL" clId="{E6B8DDE2-F5A3-42DA-95E9-8C7BFF99B4B5}" dt="2026-01-22T08:36:37.337" v="11977" actId="1076"/>
          <ac:spMkLst>
            <pc:docMk/>
            <pc:sldMk cId="964674049" sldId="287"/>
            <ac:spMk id="70" creationId="{3D23F937-4851-86E7-B805-32A32CBE2F62}"/>
          </ac:spMkLst>
        </pc:spChg>
        <pc:spChg chg="add mod">
          <ac:chgData name="Carl David M. Ujano" userId="0b973ba6-eeca-40fd-8def-f8645442f675" providerId="ADAL" clId="{E6B8DDE2-F5A3-42DA-95E9-8C7BFF99B4B5}" dt="2026-01-22T08:36:43.130" v="11979" actId="1076"/>
          <ac:spMkLst>
            <pc:docMk/>
            <pc:sldMk cId="964674049" sldId="287"/>
            <ac:spMk id="72" creationId="{508CF17F-DD0D-131F-61AB-FD32292A42EA}"/>
          </ac:spMkLst>
        </pc:spChg>
        <pc:spChg chg="add mod">
          <ac:chgData name="Carl David M. Ujano" userId="0b973ba6-eeca-40fd-8def-f8645442f675" providerId="ADAL" clId="{E6B8DDE2-F5A3-42DA-95E9-8C7BFF99B4B5}" dt="2026-01-22T08:36:30.138" v="11975" actId="1076"/>
          <ac:spMkLst>
            <pc:docMk/>
            <pc:sldMk cId="964674049" sldId="287"/>
            <ac:spMk id="74" creationId="{18C0D877-3730-CC5C-C6C8-FDFEAEEEDA8D}"/>
          </ac:spMkLst>
        </pc:spChg>
        <pc:spChg chg="add mod">
          <ac:chgData name="Carl David M. Ujano" userId="0b973ba6-eeca-40fd-8def-f8645442f675" providerId="ADAL" clId="{E6B8DDE2-F5A3-42DA-95E9-8C7BFF99B4B5}" dt="2026-01-22T08:36:18.989" v="11973" actId="1076"/>
          <ac:spMkLst>
            <pc:docMk/>
            <pc:sldMk cId="964674049" sldId="287"/>
            <ac:spMk id="76" creationId="{6026AF20-2367-7142-DF47-AC069D889701}"/>
          </ac:spMkLst>
        </pc:spChg>
        <pc:spChg chg="add del">
          <ac:chgData name="Carl David M. Ujano" userId="0b973ba6-eeca-40fd-8def-f8645442f675" providerId="ADAL" clId="{E6B8DDE2-F5A3-42DA-95E9-8C7BFF99B4B5}" dt="2026-01-22T08:10:55.042" v="11533" actId="22"/>
          <ac:spMkLst>
            <pc:docMk/>
            <pc:sldMk cId="964674049" sldId="287"/>
            <ac:spMk id="78" creationId="{F30209A6-A58B-82FF-697A-B78923475BA8}"/>
          </ac:spMkLst>
        </pc:spChg>
        <pc:spChg chg="add mod">
          <ac:chgData name="Carl David M. Ujano" userId="0b973ba6-eeca-40fd-8def-f8645442f675" providerId="ADAL" clId="{E6B8DDE2-F5A3-42DA-95E9-8C7BFF99B4B5}" dt="2026-01-22T08:36:47.142" v="11980" actId="1076"/>
          <ac:spMkLst>
            <pc:docMk/>
            <pc:sldMk cId="964674049" sldId="287"/>
            <ac:spMk id="80" creationId="{B520770C-9049-C28B-E3CD-0EBDC6CF7942}"/>
          </ac:spMkLst>
        </pc:spChg>
        <pc:spChg chg="add mod">
          <ac:chgData name="Carl David M. Ujano" userId="0b973ba6-eeca-40fd-8def-f8645442f675" providerId="ADAL" clId="{E6B8DDE2-F5A3-42DA-95E9-8C7BFF99B4B5}" dt="2026-01-22T08:36:52.423" v="11981" actId="1076"/>
          <ac:spMkLst>
            <pc:docMk/>
            <pc:sldMk cId="964674049" sldId="287"/>
            <ac:spMk id="82" creationId="{E6DCC1BF-B3C7-4E2B-A955-2913DA69781C}"/>
          </ac:spMkLst>
        </pc:spChg>
        <pc:grpChg chg="add mod">
          <ac:chgData name="Carl David M. Ujano" userId="0b973ba6-eeca-40fd-8def-f8645442f675" providerId="ADAL" clId="{E6B8DDE2-F5A3-42DA-95E9-8C7BFF99B4B5}" dt="2026-01-22T08:00:58" v="11370" actId="1076"/>
          <ac:grpSpMkLst>
            <pc:docMk/>
            <pc:sldMk cId="964674049" sldId="287"/>
            <ac:grpSpMk id="38" creationId="{0E534D1A-3CC4-D7D2-A91A-072A91945D00}"/>
          </ac:grpSpMkLst>
        </pc:grpChg>
        <pc:grpChg chg="add mod">
          <ac:chgData name="Carl David M. Ujano" userId="0b973ba6-eeca-40fd-8def-f8645442f675" providerId="ADAL" clId="{E6B8DDE2-F5A3-42DA-95E9-8C7BFF99B4B5}" dt="2026-01-22T08:11:46.244" v="11556" actId="1036"/>
          <ac:grpSpMkLst>
            <pc:docMk/>
            <pc:sldMk cId="964674049" sldId="287"/>
            <ac:grpSpMk id="44" creationId="{D75D77ED-3123-A282-43FA-4012972B45B4}"/>
          </ac:grpSpMkLst>
        </pc:grpChg>
        <pc:grpChg chg="add mod">
          <ac:chgData name="Carl David M. Ujano" userId="0b973ba6-eeca-40fd-8def-f8645442f675" providerId="ADAL" clId="{E6B8DDE2-F5A3-42DA-95E9-8C7BFF99B4B5}" dt="2026-01-22T08:21:30.913" v="11681" actId="1035"/>
          <ac:grpSpMkLst>
            <pc:docMk/>
            <pc:sldMk cId="964674049" sldId="287"/>
            <ac:grpSpMk id="46" creationId="{6BFB27C9-A857-7B6E-A478-F68A89FFF7E2}"/>
          </ac:grpSpMkLst>
        </pc:grpChg>
        <pc:grpChg chg="add mod">
          <ac:chgData name="Carl David M. Ujano" userId="0b973ba6-eeca-40fd-8def-f8645442f675" providerId="ADAL" clId="{E6B8DDE2-F5A3-42DA-95E9-8C7BFF99B4B5}" dt="2026-01-22T08:21:15.761" v="11675" actId="1076"/>
          <ac:grpSpMkLst>
            <pc:docMk/>
            <pc:sldMk cId="964674049" sldId="287"/>
            <ac:grpSpMk id="49" creationId="{E95B7C2C-F241-FF14-D1D8-DA9354F5CC8A}"/>
          </ac:grpSpMkLst>
        </pc:grpChg>
        <pc:grpChg chg="add mod">
          <ac:chgData name="Carl David M. Ujano" userId="0b973ba6-eeca-40fd-8def-f8645442f675" providerId="ADAL" clId="{E6B8DDE2-F5A3-42DA-95E9-8C7BFF99B4B5}" dt="2026-01-22T08:21:22.223" v="11678" actId="1076"/>
          <ac:grpSpMkLst>
            <pc:docMk/>
            <pc:sldMk cId="964674049" sldId="287"/>
            <ac:grpSpMk id="52" creationId="{FEA8933E-42DC-8965-5C02-9253B32E5A2D}"/>
          </ac:grpSpMkLst>
        </pc:grpChg>
        <pc:grpChg chg="add del mod">
          <ac:chgData name="Carl David M. Ujano" userId="0b973ba6-eeca-40fd-8def-f8645442f675" providerId="ADAL" clId="{E6B8DDE2-F5A3-42DA-95E9-8C7BFF99B4B5}" dt="2026-01-22T08:04:34.516" v="11443" actId="478"/>
          <ac:grpSpMkLst>
            <pc:docMk/>
            <pc:sldMk cId="964674049" sldId="287"/>
            <ac:grpSpMk id="55" creationId="{0652E0E3-F725-60AC-7A36-A5AABC8D337B}"/>
          </ac:grpSpMkLst>
        </pc:grpChg>
        <pc:grpChg chg="add mod">
          <ac:chgData name="Carl David M. Ujano" userId="0b973ba6-eeca-40fd-8def-f8645442f675" providerId="ADAL" clId="{E6B8DDE2-F5A3-42DA-95E9-8C7BFF99B4B5}" dt="2026-01-22T08:07:54.442" v="11484" actId="1076"/>
          <ac:grpSpMkLst>
            <pc:docMk/>
            <pc:sldMk cId="964674049" sldId="287"/>
            <ac:grpSpMk id="58" creationId="{0FE5C408-8C7E-3804-1A96-60EF48D5BD01}"/>
          </ac:grpSpMkLst>
        </pc:grpChg>
        <pc:grpChg chg="add mod">
          <ac:chgData name="Carl David M. Ujano" userId="0b973ba6-eeca-40fd-8def-f8645442f675" providerId="ADAL" clId="{E6B8DDE2-F5A3-42DA-95E9-8C7BFF99B4B5}" dt="2026-01-22T08:21:37.627" v="11684" actId="1037"/>
          <ac:grpSpMkLst>
            <pc:docMk/>
            <pc:sldMk cId="964674049" sldId="287"/>
            <ac:grpSpMk id="61" creationId="{3A19EB38-923B-2B65-AD86-8887F0E68052}"/>
          </ac:grpSpMkLst>
        </pc:grpChg>
        <pc:grpChg chg="add mod">
          <ac:chgData name="Carl David M. Ujano" userId="0b973ba6-eeca-40fd-8def-f8645442f675" providerId="ADAL" clId="{E6B8DDE2-F5A3-42DA-95E9-8C7BFF99B4B5}" dt="2026-01-22T08:11:39.220" v="11551" actId="1076"/>
          <ac:grpSpMkLst>
            <pc:docMk/>
            <pc:sldMk cId="964674049" sldId="287"/>
            <ac:grpSpMk id="64" creationId="{E5D97D09-A610-3F9C-8532-393E1CB3B3BB}"/>
          </ac:grpSpMkLst>
        </pc:grpChg>
        <pc:picChg chg="add del mod modCrop">
          <ac:chgData name="Carl David M. Ujano" userId="0b973ba6-eeca-40fd-8def-f8645442f675" providerId="ADAL" clId="{E6B8DDE2-F5A3-42DA-95E9-8C7BFF99B4B5}" dt="2026-01-22T07:48:17.843" v="11183" actId="478"/>
          <ac:picMkLst>
            <pc:docMk/>
            <pc:sldMk cId="964674049" sldId="287"/>
            <ac:picMk id="6" creationId="{9E73CBE8-2407-F2D7-676A-8D59153FD4E8}"/>
          </ac:picMkLst>
        </pc:picChg>
        <pc:picChg chg="add mod">
          <ac:chgData name="Carl David M. Ujano" userId="0b973ba6-eeca-40fd-8def-f8645442f675" providerId="ADAL" clId="{E6B8DDE2-F5A3-42DA-95E9-8C7BFF99B4B5}" dt="2026-01-22T08:26:22.708" v="11716"/>
          <ac:picMkLst>
            <pc:docMk/>
            <pc:sldMk cId="964674049" sldId="287"/>
            <ac:picMk id="84" creationId="{6BF1ED07-51A0-0896-B679-55C894C4A3AA}"/>
          </ac:picMkLst>
        </pc:picChg>
        <pc:cxnChg chg="add del mod">
          <ac:chgData name="Carl David M. Ujano" userId="0b973ba6-eeca-40fd-8def-f8645442f675" providerId="ADAL" clId="{E6B8DDE2-F5A3-42DA-95E9-8C7BFF99B4B5}" dt="2026-01-22T08:00:10.090" v="11330" actId="478"/>
          <ac:cxnSpMkLst>
            <pc:docMk/>
            <pc:sldMk cId="964674049" sldId="287"/>
            <ac:cxnSpMk id="32" creationId="{88E45220-8CA5-C436-859D-3BE2818C7EFD}"/>
          </ac:cxnSpMkLst>
        </pc:cxnChg>
        <pc:cxnChg chg="add del mod">
          <ac:chgData name="Carl David M. Ujano" userId="0b973ba6-eeca-40fd-8def-f8645442f675" providerId="ADAL" clId="{E6B8DDE2-F5A3-42DA-95E9-8C7BFF99B4B5}" dt="2026-01-22T08:00:09.616" v="11329" actId="478"/>
          <ac:cxnSpMkLst>
            <pc:docMk/>
            <pc:sldMk cId="964674049" sldId="287"/>
            <ac:cxnSpMk id="34" creationId="{72141AF7-1A3F-B436-99BD-DC4ECA33310C}"/>
          </ac:cxnSpMkLst>
        </pc:cxnChg>
        <pc:cxnChg chg="add del mod">
          <ac:chgData name="Carl David M. Ujano" userId="0b973ba6-eeca-40fd-8def-f8645442f675" providerId="ADAL" clId="{E6B8DDE2-F5A3-42DA-95E9-8C7BFF99B4B5}" dt="2026-01-22T08:00:07.590" v="11328" actId="478"/>
          <ac:cxnSpMkLst>
            <pc:docMk/>
            <pc:sldMk cId="964674049" sldId="287"/>
            <ac:cxnSpMk id="36" creationId="{D64E61C1-A510-C887-F87A-2D153E6484D9}"/>
          </ac:cxnSpMkLst>
        </pc:cxnChg>
        <pc:cxnChg chg="add mod">
          <ac:chgData name="Carl David M. Ujano" userId="0b973ba6-eeca-40fd-8def-f8645442f675" providerId="ADAL" clId="{E6B8DDE2-F5A3-42DA-95E9-8C7BFF99B4B5}" dt="2026-01-22T08:02:40.052" v="11394" actId="164"/>
          <ac:cxnSpMkLst>
            <pc:docMk/>
            <pc:sldMk cId="964674049" sldId="287"/>
            <ac:cxnSpMk id="40" creationId="{76BFADA7-AFAB-CC82-0328-67169EFAA55D}"/>
          </ac:cxnSpMkLst>
        </pc:cxnChg>
        <pc:cxnChg chg="add mod">
          <ac:chgData name="Carl David M. Ujano" userId="0b973ba6-eeca-40fd-8def-f8645442f675" providerId="ADAL" clId="{E6B8DDE2-F5A3-42DA-95E9-8C7BFF99B4B5}" dt="2026-01-22T08:03:11.042" v="11399"/>
          <ac:cxnSpMkLst>
            <pc:docMk/>
            <pc:sldMk cId="964674049" sldId="287"/>
            <ac:cxnSpMk id="45" creationId="{90F446AC-AB3E-FFA1-23D2-9654E62C1736}"/>
          </ac:cxnSpMkLst>
        </pc:cxnChg>
        <pc:cxnChg chg="mod">
          <ac:chgData name="Carl David M. Ujano" userId="0b973ba6-eeca-40fd-8def-f8645442f675" providerId="ADAL" clId="{E6B8DDE2-F5A3-42DA-95E9-8C7BFF99B4B5}" dt="2026-01-22T08:03:14.494" v="11400"/>
          <ac:cxnSpMkLst>
            <pc:docMk/>
            <pc:sldMk cId="964674049" sldId="287"/>
            <ac:cxnSpMk id="47" creationId="{2FBB6F8B-2A5A-7B36-A233-AD5CB200A8A6}"/>
          </ac:cxnSpMkLst>
        </pc:cxnChg>
        <pc:cxnChg chg="mod">
          <ac:chgData name="Carl David M. Ujano" userId="0b973ba6-eeca-40fd-8def-f8645442f675" providerId="ADAL" clId="{E6B8DDE2-F5A3-42DA-95E9-8C7BFF99B4B5}" dt="2026-01-22T08:03:41.503" v="11414"/>
          <ac:cxnSpMkLst>
            <pc:docMk/>
            <pc:sldMk cId="964674049" sldId="287"/>
            <ac:cxnSpMk id="50" creationId="{037DB640-A4F7-0CDF-8BE0-A98ABBDD2448}"/>
          </ac:cxnSpMkLst>
        </pc:cxnChg>
        <pc:cxnChg chg="mod">
          <ac:chgData name="Carl David M. Ujano" userId="0b973ba6-eeca-40fd-8def-f8645442f675" providerId="ADAL" clId="{E6B8DDE2-F5A3-42DA-95E9-8C7BFF99B4B5}" dt="2026-01-22T08:03:50.880" v="11418"/>
          <ac:cxnSpMkLst>
            <pc:docMk/>
            <pc:sldMk cId="964674049" sldId="287"/>
            <ac:cxnSpMk id="53" creationId="{48664C21-6E70-535C-D3BC-6236D956FF14}"/>
          </ac:cxnSpMkLst>
        </pc:cxnChg>
        <pc:cxnChg chg="mod">
          <ac:chgData name="Carl David M. Ujano" userId="0b973ba6-eeca-40fd-8def-f8645442f675" providerId="ADAL" clId="{E6B8DDE2-F5A3-42DA-95E9-8C7BFF99B4B5}" dt="2026-01-22T08:04:19.913" v="11435" actId="1036"/>
          <ac:cxnSpMkLst>
            <pc:docMk/>
            <pc:sldMk cId="964674049" sldId="287"/>
            <ac:cxnSpMk id="56" creationId="{43BA4B25-7D86-A2B1-83AC-E1C4A9407F12}"/>
          </ac:cxnSpMkLst>
        </pc:cxnChg>
        <pc:cxnChg chg="mod">
          <ac:chgData name="Carl David M. Ujano" userId="0b973ba6-eeca-40fd-8def-f8645442f675" providerId="ADAL" clId="{E6B8DDE2-F5A3-42DA-95E9-8C7BFF99B4B5}" dt="2026-01-22T08:04:21.191" v="11436"/>
          <ac:cxnSpMkLst>
            <pc:docMk/>
            <pc:sldMk cId="964674049" sldId="287"/>
            <ac:cxnSpMk id="59" creationId="{E68533B7-3CD3-B7D9-4AB6-829B7A46C40F}"/>
          </ac:cxnSpMkLst>
        </pc:cxnChg>
        <pc:cxnChg chg="mod">
          <ac:chgData name="Carl David M. Ujano" userId="0b973ba6-eeca-40fd-8def-f8645442f675" providerId="ADAL" clId="{E6B8DDE2-F5A3-42DA-95E9-8C7BFF99B4B5}" dt="2026-01-22T08:05:30.480" v="11453"/>
          <ac:cxnSpMkLst>
            <pc:docMk/>
            <pc:sldMk cId="964674049" sldId="287"/>
            <ac:cxnSpMk id="62" creationId="{DEC6953B-C597-CE95-4236-74F2AD9DEAF7}"/>
          </ac:cxnSpMkLst>
        </pc:cxnChg>
        <pc:cxnChg chg="mod">
          <ac:chgData name="Carl David M. Ujano" userId="0b973ba6-eeca-40fd-8def-f8645442f675" providerId="ADAL" clId="{E6B8DDE2-F5A3-42DA-95E9-8C7BFF99B4B5}" dt="2026-01-22T08:05:43.048" v="11460"/>
          <ac:cxnSpMkLst>
            <pc:docMk/>
            <pc:sldMk cId="964674049" sldId="287"/>
            <ac:cxnSpMk id="65" creationId="{92046455-5F41-2E09-8B32-D32194857097}"/>
          </ac:cxnSpMkLst>
        </pc:cxnChg>
      </pc:sldChg>
      <pc:sldChg chg="addSp modSp new del mod">
        <pc:chgData name="Carl David M. Ujano" userId="0b973ba6-eeca-40fd-8def-f8645442f675" providerId="ADAL" clId="{E6B8DDE2-F5A3-42DA-95E9-8C7BFF99B4B5}" dt="2026-01-22T07:45:20.680" v="11141" actId="47"/>
        <pc:sldMkLst>
          <pc:docMk/>
          <pc:sldMk cId="4127632105" sldId="288"/>
        </pc:sldMkLst>
        <pc:spChg chg="add mod">
          <ac:chgData name="Carl David M. Ujano" userId="0b973ba6-eeca-40fd-8def-f8645442f675" providerId="ADAL" clId="{E6B8DDE2-F5A3-42DA-95E9-8C7BFF99B4B5}" dt="2026-01-22T07:42:38.944" v="11095" actId="208"/>
          <ac:spMkLst>
            <pc:docMk/>
            <pc:sldMk cId="4127632105" sldId="288"/>
            <ac:spMk id="2" creationId="{26630ABE-A984-5B79-E9B4-8A81B3DDE927}"/>
          </ac:spMkLst>
        </pc:spChg>
        <pc:spChg chg="add mod">
          <ac:chgData name="Carl David M. Ujano" userId="0b973ba6-eeca-40fd-8def-f8645442f675" providerId="ADAL" clId="{E6B8DDE2-F5A3-42DA-95E9-8C7BFF99B4B5}" dt="2026-01-22T07:41:57.411" v="11087" actId="14100"/>
          <ac:spMkLst>
            <pc:docMk/>
            <pc:sldMk cId="4127632105" sldId="288"/>
            <ac:spMk id="3" creationId="{45040FBC-F8C3-30F5-EC5C-1B8F1EBA3174}"/>
          </ac:spMkLst>
        </pc:spChg>
      </pc:sldChg>
    </pc:docChg>
  </pc:docChgLst>
  <pc:docChgLst>
    <pc:chgData name="Jerna Angela B. Esteban" userId="4ed9ac80-85aa-42fd-80f4-541412cb2189" providerId="ADAL" clId="{0B4C29F8-66A8-4046-A8B8-0D01B82091A4}"/>
    <pc:docChg chg="undo custSel delSld modSld modNotesMaster">
      <pc:chgData name="Jerna Angela B. Esteban" userId="4ed9ac80-85aa-42fd-80f4-541412cb2189" providerId="ADAL" clId="{0B4C29F8-66A8-4046-A8B8-0D01B82091A4}" dt="2026-01-22T09:38:46.675" v="6516" actId="2696"/>
      <pc:docMkLst>
        <pc:docMk/>
      </pc:docMkLst>
      <pc:sldChg chg="modSp mod modNotesTx">
        <pc:chgData name="Jerna Angela B. Esteban" userId="4ed9ac80-85aa-42fd-80f4-541412cb2189" providerId="ADAL" clId="{0B4C29F8-66A8-4046-A8B8-0D01B82091A4}" dt="2026-01-22T05:15:29.095" v="107" actId="20577"/>
        <pc:sldMkLst>
          <pc:docMk/>
          <pc:sldMk cId="3149022064" sldId="263"/>
        </pc:sldMkLst>
        <pc:spChg chg="mod">
          <ac:chgData name="Jerna Angela B. Esteban" userId="4ed9ac80-85aa-42fd-80f4-541412cb2189" providerId="ADAL" clId="{0B4C29F8-66A8-4046-A8B8-0D01B82091A4}" dt="2026-01-22T01:56:45.193" v="85" actId="207"/>
          <ac:spMkLst>
            <pc:docMk/>
            <pc:sldMk cId="3149022064" sldId="263"/>
            <ac:spMk id="2" creationId="{08AEC59D-4310-E835-031E-714CFE6A7C29}"/>
          </ac:spMkLst>
        </pc:spChg>
        <pc:spChg chg="mod">
          <ac:chgData name="Jerna Angela B. Esteban" userId="4ed9ac80-85aa-42fd-80f4-541412cb2189" providerId="ADAL" clId="{0B4C29F8-66A8-4046-A8B8-0D01B82091A4}" dt="2026-01-22T01:57:01.803" v="91" actId="6549"/>
          <ac:spMkLst>
            <pc:docMk/>
            <pc:sldMk cId="3149022064" sldId="263"/>
            <ac:spMk id="3" creationId="{CB09376E-F8D5-C2A8-27BD-4465D20F8F44}"/>
          </ac:spMkLst>
        </pc:spChg>
        <pc:spChg chg="mod">
          <ac:chgData name="Jerna Angela B. Esteban" userId="4ed9ac80-85aa-42fd-80f4-541412cb2189" providerId="ADAL" clId="{0B4C29F8-66A8-4046-A8B8-0D01B82091A4}" dt="2026-01-22T01:46:04.774" v="8" actId="20577"/>
          <ac:spMkLst>
            <pc:docMk/>
            <pc:sldMk cId="3149022064" sldId="263"/>
            <ac:spMk id="4" creationId="{266AFBF9-AF11-2711-8A2D-6D511E345FAB}"/>
          </ac:spMkLst>
        </pc:spChg>
        <pc:spChg chg="mod">
          <ac:chgData name="Jerna Angela B. Esteban" userId="4ed9ac80-85aa-42fd-80f4-541412cb2189" providerId="ADAL" clId="{0B4C29F8-66A8-4046-A8B8-0D01B82091A4}" dt="2026-01-22T01:56:01.092" v="82" actId="207"/>
          <ac:spMkLst>
            <pc:docMk/>
            <pc:sldMk cId="3149022064" sldId="263"/>
            <ac:spMk id="9" creationId="{88F97CE5-D4A8-13F6-C461-41301F2F6E43}"/>
          </ac:spMkLst>
        </pc:spChg>
      </pc:sldChg>
      <pc:sldChg chg="modNotesTx">
        <pc:chgData name="Jerna Angela B. Esteban" userId="4ed9ac80-85aa-42fd-80f4-541412cb2189" providerId="ADAL" clId="{0B4C29F8-66A8-4046-A8B8-0D01B82091A4}" dt="2026-01-22T05:42:25.165" v="638" actId="20577"/>
        <pc:sldMkLst>
          <pc:docMk/>
          <pc:sldMk cId="723108536" sldId="269"/>
        </pc:sldMkLst>
      </pc:sldChg>
      <pc:sldChg chg="modNotesTx">
        <pc:chgData name="Jerna Angela B. Esteban" userId="4ed9ac80-85aa-42fd-80f4-541412cb2189" providerId="ADAL" clId="{0B4C29F8-66A8-4046-A8B8-0D01B82091A4}" dt="2026-01-22T06:22:27.429" v="1938" actId="113"/>
        <pc:sldMkLst>
          <pc:docMk/>
          <pc:sldMk cId="3591679932" sldId="271"/>
        </pc:sldMkLst>
      </pc:sldChg>
      <pc:sldChg chg="modSp mod modNotesTx">
        <pc:chgData name="Jerna Angela B. Esteban" userId="4ed9ac80-85aa-42fd-80f4-541412cb2189" providerId="ADAL" clId="{0B4C29F8-66A8-4046-A8B8-0D01B82091A4}" dt="2026-01-22T08:43:45.437" v="4970" actId="207"/>
        <pc:sldMkLst>
          <pc:docMk/>
          <pc:sldMk cId="898944303" sldId="272"/>
        </pc:sldMkLst>
        <pc:spChg chg="mod">
          <ac:chgData name="Jerna Angela B. Esteban" userId="4ed9ac80-85aa-42fd-80f4-541412cb2189" providerId="ADAL" clId="{0B4C29F8-66A8-4046-A8B8-0D01B82091A4}" dt="2026-01-22T08:42:26.526" v="4968" actId="207"/>
          <ac:spMkLst>
            <pc:docMk/>
            <pc:sldMk cId="898944303" sldId="272"/>
            <ac:spMk id="49" creationId="{87D80447-950A-EC15-F906-F70992FC3BFF}"/>
          </ac:spMkLst>
        </pc:spChg>
        <pc:spChg chg="mod">
          <ac:chgData name="Jerna Angela B. Esteban" userId="4ed9ac80-85aa-42fd-80f4-541412cb2189" providerId="ADAL" clId="{0B4C29F8-66A8-4046-A8B8-0D01B82091A4}" dt="2026-01-22T08:43:06.617" v="4969" actId="207"/>
          <ac:spMkLst>
            <pc:docMk/>
            <pc:sldMk cId="898944303" sldId="272"/>
            <ac:spMk id="50" creationId="{246ECB34-8AB7-6C5A-7031-2279D1C0A855}"/>
          </ac:spMkLst>
        </pc:spChg>
        <pc:spChg chg="mod">
          <ac:chgData name="Jerna Angela B. Esteban" userId="4ed9ac80-85aa-42fd-80f4-541412cb2189" providerId="ADAL" clId="{0B4C29F8-66A8-4046-A8B8-0D01B82091A4}" dt="2026-01-22T08:43:45.437" v="4970" actId="207"/>
          <ac:spMkLst>
            <pc:docMk/>
            <pc:sldMk cId="898944303" sldId="272"/>
            <ac:spMk id="51" creationId="{A550F37B-FCAB-0DE7-741A-E0D776E2F264}"/>
          </ac:spMkLst>
        </pc:spChg>
      </pc:sldChg>
      <pc:sldChg chg="del setBg modNotesTx">
        <pc:chgData name="Jerna Angela B. Esteban" userId="4ed9ac80-85aa-42fd-80f4-541412cb2189" providerId="ADAL" clId="{0B4C29F8-66A8-4046-A8B8-0D01B82091A4}" dt="2026-01-22T09:37:58.815" v="6513" actId="2696"/>
        <pc:sldMkLst>
          <pc:docMk/>
          <pc:sldMk cId="806143635" sldId="273"/>
        </pc:sldMkLst>
      </pc:sldChg>
      <pc:sldChg chg="del">
        <pc:chgData name="Jerna Angela B. Esteban" userId="4ed9ac80-85aa-42fd-80f4-541412cb2189" providerId="ADAL" clId="{0B4C29F8-66A8-4046-A8B8-0D01B82091A4}" dt="2026-01-22T09:38:03.615" v="6514" actId="2696"/>
        <pc:sldMkLst>
          <pc:docMk/>
          <pc:sldMk cId="2741577357" sldId="274"/>
        </pc:sldMkLst>
      </pc:sldChg>
      <pc:sldChg chg="modNotesTx">
        <pc:chgData name="Jerna Angela B. Esteban" userId="4ed9ac80-85aa-42fd-80f4-541412cb2189" providerId="ADAL" clId="{0B4C29F8-66A8-4046-A8B8-0D01B82091A4}" dt="2026-01-22T09:23:50.691" v="6439" actId="20577"/>
        <pc:sldMkLst>
          <pc:docMk/>
          <pc:sldMk cId="1168447702" sldId="275"/>
        </pc:sldMkLst>
      </pc:sldChg>
      <pc:sldChg chg="mod modShow">
        <pc:chgData name="Jerna Angela B. Esteban" userId="4ed9ac80-85aa-42fd-80f4-541412cb2189" providerId="ADAL" clId="{0B4C29F8-66A8-4046-A8B8-0D01B82091A4}" dt="2026-01-22T04:03:32.905" v="92" actId="729"/>
        <pc:sldMkLst>
          <pc:docMk/>
          <pc:sldMk cId="2299267590" sldId="277"/>
        </pc:sldMkLst>
      </pc:sldChg>
      <pc:sldChg chg="del modNotesTx">
        <pc:chgData name="Jerna Angela B. Esteban" userId="4ed9ac80-85aa-42fd-80f4-541412cb2189" providerId="ADAL" clId="{0B4C29F8-66A8-4046-A8B8-0D01B82091A4}" dt="2026-01-22T09:38:46.675" v="6516" actId="2696"/>
        <pc:sldMkLst>
          <pc:docMk/>
          <pc:sldMk cId="1690938301" sldId="278"/>
        </pc:sldMkLst>
      </pc:sldChg>
      <pc:sldChg chg="modSp mod modNotesTx">
        <pc:chgData name="Jerna Angela B. Esteban" userId="4ed9ac80-85aa-42fd-80f4-541412cb2189" providerId="ADAL" clId="{0B4C29F8-66A8-4046-A8B8-0D01B82091A4}" dt="2026-01-22T08:49:25.375" v="5222" actId="20577"/>
        <pc:sldMkLst>
          <pc:docMk/>
          <pc:sldMk cId="1442262517" sldId="281"/>
        </pc:sldMkLst>
        <pc:spChg chg="mod">
          <ac:chgData name="Jerna Angela B. Esteban" userId="4ed9ac80-85aa-42fd-80f4-541412cb2189" providerId="ADAL" clId="{0B4C29F8-66A8-4046-A8B8-0D01B82091A4}" dt="2026-01-22T01:49:55.309" v="41" actId="1035"/>
          <ac:spMkLst>
            <pc:docMk/>
            <pc:sldMk cId="1442262517" sldId="281"/>
            <ac:spMk id="50" creationId="{229C367C-D731-DAC5-E391-1D8BBD2FE972}"/>
          </ac:spMkLst>
        </pc:spChg>
        <pc:spChg chg="mod">
          <ac:chgData name="Jerna Angela B. Esteban" userId="4ed9ac80-85aa-42fd-80f4-541412cb2189" providerId="ADAL" clId="{0B4C29F8-66A8-4046-A8B8-0D01B82091A4}" dt="2026-01-22T01:50:08.619" v="61" actId="1035"/>
          <ac:spMkLst>
            <pc:docMk/>
            <pc:sldMk cId="1442262517" sldId="281"/>
            <ac:spMk id="51" creationId="{4133C9CA-E45A-11E9-5901-1150D1327FB6}"/>
          </ac:spMkLst>
        </pc:spChg>
        <pc:spChg chg="mod">
          <ac:chgData name="Jerna Angela B. Esteban" userId="4ed9ac80-85aa-42fd-80f4-541412cb2189" providerId="ADAL" clId="{0B4C29F8-66A8-4046-A8B8-0D01B82091A4}" dt="2026-01-22T01:49:00.033" v="11" actId="20577"/>
          <ac:spMkLst>
            <pc:docMk/>
            <pc:sldMk cId="1442262517" sldId="281"/>
            <ac:spMk id="68" creationId="{DEDA691E-1CD2-AED2-F4DD-B950DDFC3F0F}"/>
          </ac:spMkLst>
        </pc:spChg>
        <pc:spChg chg="mod">
          <ac:chgData name="Jerna Angela B. Esteban" userId="4ed9ac80-85aa-42fd-80f4-541412cb2189" providerId="ADAL" clId="{0B4C29F8-66A8-4046-A8B8-0D01B82091A4}" dt="2026-01-22T01:48:46.925" v="10" actId="20577"/>
          <ac:spMkLst>
            <pc:docMk/>
            <pc:sldMk cId="1442262517" sldId="281"/>
            <ac:spMk id="74" creationId="{330EECCA-18F4-5E70-FB2D-2E535E0CC7B9}"/>
          </ac:spMkLst>
        </pc:spChg>
        <pc:cxnChg chg="mod">
          <ac:chgData name="Jerna Angela B. Esteban" userId="4ed9ac80-85aa-42fd-80f4-541412cb2189" providerId="ADAL" clId="{0B4C29F8-66A8-4046-A8B8-0D01B82091A4}" dt="2026-01-22T01:50:01.047" v="45" actId="1037"/>
          <ac:cxnSpMkLst>
            <pc:docMk/>
            <pc:sldMk cId="1442262517" sldId="281"/>
            <ac:cxnSpMk id="44" creationId="{40F8B3CE-4AA0-9FD7-BB49-108AC997A92C}"/>
          </ac:cxnSpMkLst>
        </pc:cxnChg>
        <pc:cxnChg chg="mod">
          <ac:chgData name="Jerna Angela B. Esteban" userId="4ed9ac80-85aa-42fd-80f4-541412cb2189" providerId="ADAL" clId="{0B4C29F8-66A8-4046-A8B8-0D01B82091A4}" dt="2026-01-22T01:49:40.395" v="26" actId="1035"/>
          <ac:cxnSpMkLst>
            <pc:docMk/>
            <pc:sldMk cId="1442262517" sldId="281"/>
            <ac:cxnSpMk id="46" creationId="{91AF10A1-FD88-854C-E4E8-EF9A08B5C264}"/>
          </ac:cxnSpMkLst>
        </pc:cxnChg>
      </pc:sldChg>
      <pc:sldChg chg="del">
        <pc:chgData name="Jerna Angela B. Esteban" userId="4ed9ac80-85aa-42fd-80f4-541412cb2189" providerId="ADAL" clId="{0B4C29F8-66A8-4046-A8B8-0D01B82091A4}" dt="2026-01-22T09:38:06.760" v="6515" actId="2696"/>
        <pc:sldMkLst>
          <pc:docMk/>
          <pc:sldMk cId="3316586412" sldId="283"/>
        </pc:sldMkLst>
      </pc:sldChg>
      <pc:sldChg chg="modSp mod modNotesTx">
        <pc:chgData name="Jerna Angela B. Esteban" userId="4ed9ac80-85aa-42fd-80f4-541412cb2189" providerId="ADAL" clId="{0B4C29F8-66A8-4046-A8B8-0D01B82091A4}" dt="2026-01-22T09:27:51.864" v="6508" actId="20577"/>
        <pc:sldMkLst>
          <pc:docMk/>
          <pc:sldMk cId="3179443949" sldId="284"/>
        </pc:sldMkLst>
        <pc:spChg chg="mod">
          <ac:chgData name="Jerna Angela B. Esteban" userId="4ed9ac80-85aa-42fd-80f4-541412cb2189" providerId="ADAL" clId="{0B4C29F8-66A8-4046-A8B8-0D01B82091A4}" dt="2026-01-22T01:52:48.988" v="81" actId="20577"/>
          <ac:spMkLst>
            <pc:docMk/>
            <pc:sldMk cId="3179443949" sldId="284"/>
            <ac:spMk id="7" creationId="{0538FE8E-94DD-B453-9C3A-CF16C496D2EA}"/>
          </ac:spMkLst>
        </pc:spChg>
        <pc:spChg chg="mod">
          <ac:chgData name="Jerna Angela B. Esteban" userId="4ed9ac80-85aa-42fd-80f4-541412cb2189" providerId="ADAL" clId="{0B4C29F8-66A8-4046-A8B8-0D01B82091A4}" dt="2026-01-22T01:52:03.807" v="65" actId="1037"/>
          <ac:spMkLst>
            <pc:docMk/>
            <pc:sldMk cId="3179443949" sldId="284"/>
            <ac:spMk id="11" creationId="{EF3EBC04-8FF9-8EE7-4F88-B732BAE13710}"/>
          </ac:spMkLst>
        </pc:spChg>
        <pc:spChg chg="mod">
          <ac:chgData name="Jerna Angela B. Esteban" userId="4ed9ac80-85aa-42fd-80f4-541412cb2189" providerId="ADAL" clId="{0B4C29F8-66A8-4046-A8B8-0D01B82091A4}" dt="2026-01-22T01:52:33.555" v="69" actId="20577"/>
          <ac:spMkLst>
            <pc:docMk/>
            <pc:sldMk cId="3179443949" sldId="284"/>
            <ac:spMk id="19" creationId="{6FF333EE-1501-4C01-9E2C-EE805CB33F30}"/>
          </ac:spMkLst>
        </pc:spChg>
      </pc:sldChg>
      <pc:sldChg chg="modSp mod modNotesTx">
        <pc:chgData name="Jerna Angela B. Esteban" userId="4ed9ac80-85aa-42fd-80f4-541412cb2189" providerId="ADAL" clId="{0B4C29F8-66A8-4046-A8B8-0D01B82091A4}" dt="2026-01-22T08:48:06.746" v="5166" actId="20577"/>
        <pc:sldMkLst>
          <pc:docMk/>
          <pc:sldMk cId="1709479502" sldId="285"/>
        </pc:sldMkLst>
        <pc:spChg chg="mod">
          <ac:chgData name="Jerna Angela B. Esteban" userId="4ed9ac80-85aa-42fd-80f4-541412cb2189" providerId="ADAL" clId="{0B4C29F8-66A8-4046-A8B8-0D01B82091A4}" dt="2026-01-22T08:47:07.871" v="5160" actId="1037"/>
          <ac:spMkLst>
            <pc:docMk/>
            <pc:sldMk cId="1709479502" sldId="285"/>
            <ac:spMk id="40" creationId="{2B10AA03-757D-9FD6-7AF0-E4B9D44B8190}"/>
          </ac:spMkLst>
        </pc:spChg>
        <pc:spChg chg="mod">
          <ac:chgData name="Jerna Angela B. Esteban" userId="4ed9ac80-85aa-42fd-80f4-541412cb2189" providerId="ADAL" clId="{0B4C29F8-66A8-4046-A8B8-0D01B82091A4}" dt="2026-01-22T08:47:03.754" v="5148" actId="1037"/>
          <ac:spMkLst>
            <pc:docMk/>
            <pc:sldMk cId="1709479502" sldId="285"/>
            <ac:spMk id="42" creationId="{D679E041-BA6C-1E87-C7FC-CA6C81BE010B}"/>
          </ac:spMkLst>
        </pc:spChg>
        <pc:spChg chg="mod">
          <ac:chgData name="Jerna Angela B. Esteban" userId="4ed9ac80-85aa-42fd-80f4-541412cb2189" providerId="ADAL" clId="{0B4C29F8-66A8-4046-A8B8-0D01B82091A4}" dt="2026-01-22T08:46:43.457" v="5117" actId="1037"/>
          <ac:spMkLst>
            <pc:docMk/>
            <pc:sldMk cId="1709479502" sldId="285"/>
            <ac:spMk id="45" creationId="{5DC1B86B-9B78-2FF9-BB44-5034ED9805E0}"/>
          </ac:spMkLst>
        </pc:spChg>
        <pc:spChg chg="mod">
          <ac:chgData name="Jerna Angela B. Esteban" userId="4ed9ac80-85aa-42fd-80f4-541412cb2189" providerId="ADAL" clId="{0B4C29F8-66A8-4046-A8B8-0D01B82091A4}" dt="2026-01-22T08:46:49.883" v="5129" actId="1037"/>
          <ac:spMkLst>
            <pc:docMk/>
            <pc:sldMk cId="1709479502" sldId="285"/>
            <ac:spMk id="46" creationId="{A1CC18F4-B887-2800-ED5C-601E87BCA442}"/>
          </ac:spMkLst>
        </pc:spChg>
        <pc:spChg chg="mod">
          <ac:chgData name="Jerna Angela B. Esteban" userId="4ed9ac80-85aa-42fd-80f4-541412cb2189" providerId="ADAL" clId="{0B4C29F8-66A8-4046-A8B8-0D01B82091A4}" dt="2026-01-22T08:46:55.039" v="5132" actId="1037"/>
          <ac:spMkLst>
            <pc:docMk/>
            <pc:sldMk cId="1709479502" sldId="285"/>
            <ac:spMk id="48" creationId="{1857D9CE-3669-78A3-821B-637DF2002949}"/>
          </ac:spMkLst>
        </pc:spChg>
        <pc:spChg chg="mod">
          <ac:chgData name="Jerna Angela B. Esteban" userId="4ed9ac80-85aa-42fd-80f4-541412cb2189" providerId="ADAL" clId="{0B4C29F8-66A8-4046-A8B8-0D01B82091A4}" dt="2026-01-22T08:46:09.688" v="5097" actId="1038"/>
          <ac:spMkLst>
            <pc:docMk/>
            <pc:sldMk cId="1709479502" sldId="285"/>
            <ac:spMk id="49" creationId="{63591F8E-A41B-34D9-2EDC-BDA5FCE24E8F}"/>
          </ac:spMkLst>
        </pc:spChg>
        <pc:spChg chg="mod">
          <ac:chgData name="Jerna Angela B. Esteban" userId="4ed9ac80-85aa-42fd-80f4-541412cb2189" providerId="ADAL" clId="{0B4C29F8-66A8-4046-A8B8-0D01B82091A4}" dt="2026-01-22T08:44:56.064" v="4985" actId="1038"/>
          <ac:spMkLst>
            <pc:docMk/>
            <pc:sldMk cId="1709479502" sldId="285"/>
            <ac:spMk id="51" creationId="{2FD83A75-A105-0633-1875-731AFFB594EF}"/>
          </ac:spMkLst>
        </pc:spChg>
        <pc:spChg chg="mod">
          <ac:chgData name="Jerna Angela B. Esteban" userId="4ed9ac80-85aa-42fd-80f4-541412cb2189" providerId="ADAL" clId="{0B4C29F8-66A8-4046-A8B8-0D01B82091A4}" dt="2026-01-22T08:45:11.024" v="5003" actId="1038"/>
          <ac:spMkLst>
            <pc:docMk/>
            <pc:sldMk cId="1709479502" sldId="285"/>
            <ac:spMk id="52" creationId="{677B02A6-3861-4D92-5C85-0B2397B7496E}"/>
          </ac:spMkLst>
        </pc:spChg>
        <pc:spChg chg="mod">
          <ac:chgData name="Jerna Angela B. Esteban" userId="4ed9ac80-85aa-42fd-80f4-541412cb2189" providerId="ADAL" clId="{0B4C29F8-66A8-4046-A8B8-0D01B82091A4}" dt="2026-01-22T08:47:15.150" v="5162" actId="20577"/>
          <ac:spMkLst>
            <pc:docMk/>
            <pc:sldMk cId="1709479502" sldId="285"/>
            <ac:spMk id="55" creationId="{8C8D2596-51E8-97A3-B076-7CD0D61422C7}"/>
          </ac:spMkLst>
        </pc:spChg>
      </pc:sldChg>
      <pc:sldChg chg="modSp mod modNotesTx">
        <pc:chgData name="Jerna Angela B. Esteban" userId="4ed9ac80-85aa-42fd-80f4-541412cb2189" providerId="ADAL" clId="{0B4C29F8-66A8-4046-A8B8-0D01B82091A4}" dt="2026-01-22T09:17:07.271" v="6341" actId="20577"/>
        <pc:sldMkLst>
          <pc:docMk/>
          <pc:sldMk cId="3997209745" sldId="286"/>
        </pc:sldMkLst>
        <pc:spChg chg="mod">
          <ac:chgData name="Jerna Angela B. Esteban" userId="4ed9ac80-85aa-42fd-80f4-541412cb2189" providerId="ADAL" clId="{0B4C29F8-66A8-4046-A8B8-0D01B82091A4}" dt="2026-01-22T08:49:50.773" v="5245" actId="20577"/>
          <ac:spMkLst>
            <pc:docMk/>
            <pc:sldMk cId="3997209745" sldId="286"/>
            <ac:spMk id="40" creationId="{B29CC272-7BA3-4A70-1751-25281D7BBE3F}"/>
          </ac:spMkLst>
        </pc:spChg>
        <pc:spChg chg="mod">
          <ac:chgData name="Jerna Angela B. Esteban" userId="4ed9ac80-85aa-42fd-80f4-541412cb2189" providerId="ADAL" clId="{0B4C29F8-66A8-4046-A8B8-0D01B82091A4}" dt="2026-01-22T08:49:57.221" v="5264" actId="1038"/>
          <ac:spMkLst>
            <pc:docMk/>
            <pc:sldMk cId="3997209745" sldId="286"/>
            <ac:spMk id="42" creationId="{96BC5A29-857E-3944-342F-4FF86CF2A307}"/>
          </ac:spMkLst>
        </pc:spChg>
        <pc:spChg chg="mod">
          <ac:chgData name="Jerna Angela B. Esteban" userId="4ed9ac80-85aa-42fd-80f4-541412cb2189" providerId="ADAL" clId="{0B4C29F8-66A8-4046-A8B8-0D01B82091A4}" dt="2026-01-22T08:50:01.581" v="5269" actId="1038"/>
          <ac:spMkLst>
            <pc:docMk/>
            <pc:sldMk cId="3997209745" sldId="286"/>
            <ac:spMk id="45" creationId="{C0CB9931-406E-E465-4C34-90952B857F26}"/>
          </ac:spMkLst>
        </pc:spChg>
        <pc:spChg chg="mod">
          <ac:chgData name="Jerna Angela B. Esteban" userId="4ed9ac80-85aa-42fd-80f4-541412cb2189" providerId="ADAL" clId="{0B4C29F8-66A8-4046-A8B8-0D01B82091A4}" dt="2026-01-22T08:50:07.716" v="5279" actId="1037"/>
          <ac:spMkLst>
            <pc:docMk/>
            <pc:sldMk cId="3997209745" sldId="286"/>
            <ac:spMk id="46" creationId="{EC9E3785-9B47-C88F-9F59-069AC8CAE9DA}"/>
          </ac:spMkLst>
        </pc:spChg>
        <pc:spChg chg="mod">
          <ac:chgData name="Jerna Angela B. Esteban" userId="4ed9ac80-85aa-42fd-80f4-541412cb2189" providerId="ADAL" clId="{0B4C29F8-66A8-4046-A8B8-0D01B82091A4}" dt="2026-01-22T08:50:29.445" v="5299" actId="1037"/>
          <ac:spMkLst>
            <pc:docMk/>
            <pc:sldMk cId="3997209745" sldId="286"/>
            <ac:spMk id="48" creationId="{CEA8E48D-1D18-22B7-83C6-BE02DF94ED56}"/>
          </ac:spMkLst>
        </pc:spChg>
        <pc:spChg chg="mod">
          <ac:chgData name="Jerna Angela B. Esteban" userId="4ed9ac80-85aa-42fd-80f4-541412cb2189" providerId="ADAL" clId="{0B4C29F8-66A8-4046-A8B8-0D01B82091A4}" dt="2026-01-22T08:50:25.244" v="5295" actId="1037"/>
          <ac:spMkLst>
            <pc:docMk/>
            <pc:sldMk cId="3997209745" sldId="286"/>
            <ac:spMk id="49" creationId="{CF36C566-B897-1A90-6873-A80ED69F0812}"/>
          </ac:spMkLst>
        </pc:spChg>
        <pc:spChg chg="mod">
          <ac:chgData name="Jerna Angela B. Esteban" userId="4ed9ac80-85aa-42fd-80f4-541412cb2189" providerId="ADAL" clId="{0B4C29F8-66A8-4046-A8B8-0D01B82091A4}" dt="2026-01-22T08:51:10.760" v="5377" actId="1038"/>
          <ac:spMkLst>
            <pc:docMk/>
            <pc:sldMk cId="3997209745" sldId="286"/>
            <ac:spMk id="51" creationId="{6E868463-FF59-7B2B-B2A4-2263ABF03BC4}"/>
          </ac:spMkLst>
        </pc:spChg>
        <pc:spChg chg="mod">
          <ac:chgData name="Jerna Angela B. Esteban" userId="4ed9ac80-85aa-42fd-80f4-541412cb2189" providerId="ADAL" clId="{0B4C29F8-66A8-4046-A8B8-0D01B82091A4}" dt="2026-01-22T08:51:15.465" v="5382" actId="1038"/>
          <ac:spMkLst>
            <pc:docMk/>
            <pc:sldMk cId="3997209745" sldId="286"/>
            <ac:spMk id="52" creationId="{5FCA281D-8A4B-23DE-D2F3-AF190E5085E2}"/>
          </ac:spMkLst>
        </pc:spChg>
        <pc:spChg chg="mod">
          <ac:chgData name="Jerna Angela B. Esteban" userId="4ed9ac80-85aa-42fd-80f4-541412cb2189" providerId="ADAL" clId="{0B4C29F8-66A8-4046-A8B8-0D01B82091A4}" dt="2026-01-22T08:51:05.868" v="5372" actId="1038"/>
          <ac:spMkLst>
            <pc:docMk/>
            <pc:sldMk cId="3997209745" sldId="286"/>
            <ac:spMk id="54" creationId="{6AB6F459-9A3E-F561-44A9-9608A8179A94}"/>
          </ac:spMkLst>
        </pc:spChg>
        <pc:spChg chg="mod">
          <ac:chgData name="Jerna Angela B. Esteban" userId="4ed9ac80-85aa-42fd-80f4-541412cb2189" providerId="ADAL" clId="{0B4C29F8-66A8-4046-A8B8-0D01B82091A4}" dt="2026-01-22T08:50:59.734" v="5367" actId="1037"/>
          <ac:spMkLst>
            <pc:docMk/>
            <pc:sldMk cId="3997209745" sldId="286"/>
            <ac:spMk id="55" creationId="{E84F61E1-8AA7-63DD-89FB-E61121653CBA}"/>
          </ac:spMkLst>
        </pc:spChg>
      </pc:sldChg>
      <pc:sldChg chg="modNotesTx">
        <pc:chgData name="Jerna Angela B. Esteban" userId="4ed9ac80-85aa-42fd-80f4-541412cb2189" providerId="ADAL" clId="{0B4C29F8-66A8-4046-A8B8-0D01B82091A4}" dt="2026-01-22T09:30:15.723" v="6512" actId="20577"/>
        <pc:sldMkLst>
          <pc:docMk/>
          <pc:sldMk cId="964674049" sldId="287"/>
        </pc:sldMkLst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chartUserShapes" Target="../drawings/drawing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7849777617129048"/>
          <c:y val="4.7863146768527327E-2"/>
          <c:w val="0.63785212649626943"/>
          <c:h val="0.91163726750425722"/>
        </c:manualLayout>
      </c:layout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rgbClr val="FFC000"/>
            </a:solidFill>
          </c:spPr>
          <c:explosion val="6"/>
          <c:dPt>
            <c:idx val="0"/>
            <c:bubble3D val="0"/>
            <c:spPr>
              <a:solidFill>
                <a:srgbClr val="FFC000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830D-4AAA-8D6D-B080513849BE}"/>
              </c:ext>
            </c:extLst>
          </c:dPt>
          <c:dPt>
            <c:idx val="1"/>
            <c:bubble3D val="0"/>
            <c:spPr>
              <a:solidFill>
                <a:srgbClr val="FFC000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3-830D-4AAA-8D6D-B080513849BE}"/>
              </c:ext>
            </c:extLst>
          </c:dPt>
          <c:dPt>
            <c:idx val="2"/>
            <c:bubble3D val="0"/>
            <c:spPr>
              <a:solidFill>
                <a:srgbClr val="FFC000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5-830D-4AAA-8D6D-B080513849BE}"/>
              </c:ext>
            </c:extLst>
          </c:dPt>
          <c:dPt>
            <c:idx val="3"/>
            <c:bubble3D val="0"/>
            <c:spPr>
              <a:solidFill>
                <a:srgbClr val="FFC000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7-830D-4AAA-8D6D-B080513849BE}"/>
              </c:ext>
            </c:extLst>
          </c:dPt>
          <c:dPt>
            <c:idx val="4"/>
            <c:bubble3D val="0"/>
            <c:spPr>
              <a:solidFill>
                <a:srgbClr val="FFC000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9-830D-4AAA-8D6D-B080513849BE}"/>
              </c:ext>
            </c:extLst>
          </c:dPt>
          <c:dPt>
            <c:idx val="5"/>
            <c:bubble3D val="0"/>
            <c:spPr>
              <a:solidFill>
                <a:srgbClr val="FFC000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B-830D-4AAA-8D6D-B080513849BE}"/>
              </c:ext>
            </c:extLst>
          </c:dPt>
          <c:dPt>
            <c:idx val="6"/>
            <c:bubble3D val="0"/>
            <c:spPr>
              <a:solidFill>
                <a:srgbClr val="FFC000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D-830D-4AAA-8D6D-B080513849BE}"/>
              </c:ext>
            </c:extLst>
          </c:dPt>
          <c:dLbls>
            <c:delete val="1"/>
          </c:dLbls>
          <c:cat>
            <c:strRef>
              <c:f>Sheet1!$A$2:$A$8</c:f>
              <c:strCache>
                <c:ptCount val="7"/>
                <c:pt idx="0">
                  <c:v>1st </c:v>
                </c:pt>
                <c:pt idx="1">
                  <c:v>2nd</c:v>
                </c:pt>
                <c:pt idx="2">
                  <c:v>3rd </c:v>
                </c:pt>
                <c:pt idx="3">
                  <c:v>4th </c:v>
                </c:pt>
                <c:pt idx="4">
                  <c:v>5th</c:v>
                </c:pt>
                <c:pt idx="5">
                  <c:v>6th</c:v>
                </c:pt>
                <c:pt idx="6">
                  <c:v>7th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B8B-499C-A120-240AF2ED9BD9}"/>
            </c:ext>
          </c:extLst>
        </c:ser>
        <c:dLbls>
          <c:dLblPos val="outEnd"/>
          <c:showLegendKey val="0"/>
          <c:showVal val="0"/>
          <c:showCatName val="1"/>
          <c:showSerName val="0"/>
          <c:showPercent val="1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userShapes r:id="rId4"/>
</c:chartSpace>
</file>

<file path=ppt/charts/colors1.xml><?xml version="1.0" encoding="utf-8"?>
<cs:colorStyle xmlns:cs="http://schemas.microsoft.com/office/drawing/2012/chartStyle" xmlns:a="http://schemas.openxmlformats.org/drawingml/2006/main" meth="withinLinear" id="15">
  <a:schemeClr val="accent2"/>
</cs:colorStyle>
</file>

<file path=ppt/charts/style1.xml><?xml version="1.0" encoding="utf-8"?>
<cs:chartStyle xmlns:cs="http://schemas.microsoft.com/office/drawing/2012/chartStyle" xmlns:a="http://schemas.openxmlformats.org/drawingml/2006/main" id="259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cs:styleClr val="auto"/>
    </cs:fontRef>
    <cs:defRPr sz="1330" b="1" i="0" u="none" strike="noStrike" kern="1200" spc="0" baseline="0"/>
  </cs:dataLabel>
  <cs:dataLabelCallout>
    <cs:lnRef idx="0">
      <cs:styleClr val="auto"/>
    </cs:lnRef>
    <cs:fillRef idx="0"/>
    <cs:effectRef idx="0"/>
    <cs:fontRef idx="minor">
      <cs:styleClr val="auto"/>
    </cs:fontRef>
    <cs:spPr>
      <a:solidFill>
        <a:schemeClr val="lt1"/>
      </a:solidFill>
      <a:ln>
        <a:solidFill>
          <a:schemeClr val="phClr"/>
        </a:solidFill>
      </a:ln>
    </cs:spPr>
    <cs:defRPr sz="1330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63500" sx="102000" sy="102000" algn="ctr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88900" sx="102000" sy="102000" algn="ctr" rotWithShape="0">
          <a:prstClr val="black">
            <a:alpha val="10000"/>
          </a:prstClr>
        </a:outerShdw>
      </a:effectLst>
      <a:scene3d>
        <a:camera prst="orthographicFront"/>
        <a:lightRig rig="threePt" dir="t"/>
      </a:scene3d>
      <a:sp3d>
        <a:bevelT w="127000" h="127000"/>
        <a:bevelB w="127000" h="127000"/>
      </a:sp3d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cap="all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0.31114</cdr:x>
      <cdr:y>0.24488</cdr:y>
    </cdr:from>
    <cdr:to>
      <cdr:x>0.68515</cdr:x>
      <cdr:y>0.74669</cdr:y>
    </cdr:to>
    <cdr:sp macro="" textlink="">
      <cdr:nvSpPr>
        <cdr:cNvPr id="2" name="Oval 1">
          <a:extLst xmlns:a="http://schemas.openxmlformats.org/drawingml/2006/main">
            <a:ext uri="{FF2B5EF4-FFF2-40B4-BE49-F238E27FC236}">
              <a16:creationId xmlns:a16="http://schemas.microsoft.com/office/drawing/2014/main" id="{CE71A57F-CBC8-7A59-D4F9-EAF30C5995FD}"/>
            </a:ext>
          </a:extLst>
        </cdr:cNvPr>
        <cdr:cNvSpPr/>
      </cdr:nvSpPr>
      <cdr:spPr>
        <a:xfrm xmlns:a="http://schemas.openxmlformats.org/drawingml/2006/main">
          <a:off x="1597257" y="919323"/>
          <a:ext cx="1919978" cy="1883925"/>
        </a:xfrm>
        <a:prstGeom xmlns:a="http://schemas.openxmlformats.org/drawingml/2006/main" prst="ellipse">
          <a:avLst/>
        </a:prstGeom>
        <a:solidFill xmlns:a="http://schemas.openxmlformats.org/drawingml/2006/main">
          <a:schemeClr val="bg1"/>
        </a:solidFill>
        <a:ln xmlns:a="http://schemas.openxmlformats.org/drawingml/2006/main">
          <a:noFill/>
        </a:ln>
      </cdr:spPr>
      <cdr:style>
        <a:lnRef xmlns:a="http://schemas.openxmlformats.org/drawingml/2006/main" idx="2">
          <a:schemeClr val="accent1">
            <a:shade val="15000"/>
          </a:schemeClr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 vertOverflow="clip"/>
        <a:lstStyle xmlns:a="http://schemas.openxmlformats.org/drawingml/2006/main"/>
        <a:p xmlns:a="http://schemas.openxmlformats.org/drawingml/2006/main">
          <a:endParaRPr lang="en-PH" kern="1200"/>
        </a:p>
      </cdr:txBody>
    </cdr:sp>
  </cdr:relSizeAnchor>
</c:userShape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787" cy="49869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H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5838" y="0"/>
            <a:ext cx="2949787" cy="49869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B308F0-124A-403B-ABCC-0C90BCFA8E8A}" type="datetimeFigureOut">
              <a:rPr lang="en-PH" smtClean="0"/>
              <a:t>28/01/2026</a:t>
            </a:fld>
            <a:endParaRPr lang="en-PH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3013"/>
            <a:ext cx="5962650" cy="33543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PH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0720" y="4783307"/>
            <a:ext cx="5445760" cy="3913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40647"/>
            <a:ext cx="2949787" cy="49869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5838" y="9440647"/>
            <a:ext cx="2949787" cy="49869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249118-5AF8-42C5-B8F5-4C85C9A74008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9608686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249118-5AF8-42C5-B8F5-4C85C9A74008}" type="slidenum">
              <a:rPr lang="en-PH" smtClean="0"/>
              <a:t>1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1048739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249118-5AF8-42C5-B8F5-4C85C9A74008}" type="slidenum">
              <a:rPr lang="en-PH" smtClean="0"/>
              <a:t>2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6643422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249118-5AF8-42C5-B8F5-4C85C9A74008}" type="slidenum">
              <a:rPr lang="en-PH" smtClean="0"/>
              <a:t>3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8673740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i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249118-5AF8-42C5-B8F5-4C85C9A74008}" type="slidenum">
              <a:rPr lang="en-PH" smtClean="0"/>
              <a:t>4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31063340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249118-5AF8-42C5-B8F5-4C85C9A74008}" type="slidenum">
              <a:rPr lang="en-PH" smtClean="0"/>
              <a:t>5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94812848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249118-5AF8-42C5-B8F5-4C85C9A74008}" type="slidenum">
              <a:rPr lang="en-PH" smtClean="0"/>
              <a:t>6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04163972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249118-5AF8-42C5-B8F5-4C85C9A74008}" type="slidenum">
              <a:rPr lang="en-PH" smtClean="0"/>
              <a:t>7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43686184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249118-5AF8-42C5-B8F5-4C85C9A74008}" type="slidenum">
              <a:rPr lang="en-PH" smtClean="0"/>
              <a:t>8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54761588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+mj-lt"/>
              <a:buNone/>
            </a:pPr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249118-5AF8-42C5-B8F5-4C85C9A74008}" type="slidenum">
              <a:rPr lang="en-PH" smtClean="0"/>
              <a:t>9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85834422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249118-5AF8-42C5-B8F5-4C85C9A74008}" type="slidenum">
              <a:rPr lang="en-PH" smtClean="0"/>
              <a:t>10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83121107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249118-5AF8-42C5-B8F5-4C85C9A74008}" type="slidenum">
              <a:rPr lang="en-PH" smtClean="0"/>
              <a:t>11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5271085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279563-B7B3-FD7D-119B-76FE8D556D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199" y="2847975"/>
            <a:ext cx="10525125" cy="714375"/>
          </a:xfrm>
          <a:prstGeom prst="rect">
            <a:avLst/>
          </a:prstGeom>
        </p:spPr>
        <p:txBody>
          <a:bodyPr anchor="t"/>
          <a:lstStyle>
            <a:lvl1pPr algn="l">
              <a:defRPr sz="5000" b="0">
                <a:solidFill>
                  <a:schemeClr val="bg1"/>
                </a:solidFill>
                <a:latin typeface="Futura PT Bold" panose="020B0902020204020203" pitchFamily="34" charset="0"/>
                <a:ea typeface="Tahoma" panose="020B060403050404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ECBB6B8-6A56-FF41-1DC9-479754BF5C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199" y="4143375"/>
            <a:ext cx="10525125" cy="43815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  <a:latin typeface="Futura PT Demi" panose="020B0702020204020303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H"/>
          </a:p>
        </p:txBody>
      </p:sp>
      <p:pic>
        <p:nvPicPr>
          <p:cNvPr id="5" name="Picture 4" descr="A logo of a department of budget management&#10;&#10;AI-generated content may be incorrect.">
            <a:extLst>
              <a:ext uri="{FF2B5EF4-FFF2-40B4-BE49-F238E27FC236}">
                <a16:creationId xmlns:a16="http://schemas.microsoft.com/office/drawing/2014/main" id="{824F8945-FF9F-8F50-F006-6171741EF6E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790575"/>
            <a:ext cx="1476375" cy="1476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13794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12E272-FBB4-6647-4E18-7D0B6B52DC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552450"/>
            <a:ext cx="10515600" cy="561975"/>
          </a:xfrm>
          <a:prstGeom prst="rect">
            <a:avLst/>
          </a:prstGeom>
        </p:spPr>
        <p:txBody>
          <a:bodyPr/>
          <a:lstStyle>
            <a:lvl1pPr>
              <a:defRPr sz="4000" b="0">
                <a:solidFill>
                  <a:srgbClr val="AA8300"/>
                </a:solidFill>
                <a:latin typeface="Futura PT Bold" panose="020B0902020204020203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206A022-1782-D6AE-E341-18160211E7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90650"/>
            <a:ext cx="10515600" cy="46577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>
                    <a:lumMod val="10000"/>
                  </a:schemeClr>
                </a:solidFill>
                <a:latin typeface="Futura PT Demi" panose="020B0702020204020303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bg2">
                    <a:lumMod val="10000"/>
                  </a:schemeClr>
                </a:solidFill>
                <a:latin typeface="Futura PT Demi" panose="020B0702020204020303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bg2">
                    <a:lumMod val="10000"/>
                  </a:schemeClr>
                </a:solidFill>
                <a:latin typeface="Futura PT Demi" panose="020B0702020204020303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bg2">
                    <a:lumMod val="10000"/>
                  </a:schemeClr>
                </a:solidFill>
                <a:latin typeface="Futura PT Demi" panose="020B0702020204020303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bg2">
                    <a:lumMod val="10000"/>
                  </a:schemeClr>
                </a:solidFill>
                <a:latin typeface="Futura PT Demi" panose="020B0702020204020303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6757243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99C673-DF75-A6F1-A808-2AB62F3CF8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300" y="2752725"/>
            <a:ext cx="10852150" cy="828675"/>
          </a:xfrm>
          <a:prstGeom prst="rect">
            <a:avLst/>
          </a:prstGeom>
        </p:spPr>
        <p:txBody>
          <a:bodyPr anchor="t"/>
          <a:lstStyle>
            <a:lvl1pPr>
              <a:defRPr sz="5500" b="0">
                <a:solidFill>
                  <a:schemeClr val="bg1"/>
                </a:solidFill>
                <a:latin typeface="Futura PT Bold" panose="020B0902020204020203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4FC9AE-7D14-DE75-F299-B76D693275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95300" y="3800476"/>
            <a:ext cx="10852150" cy="36194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  <a:latin typeface="Futura PT Demi" panose="020B0702020204020303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907349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31F45F-1FFA-E5B9-0400-5E3C69B414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7674" y="709613"/>
            <a:ext cx="10906125" cy="509588"/>
          </a:xfrm>
          <a:prstGeom prst="rect">
            <a:avLst/>
          </a:prstGeom>
        </p:spPr>
        <p:txBody>
          <a:bodyPr/>
          <a:lstStyle>
            <a:lvl1pPr>
              <a:defRPr sz="4000" b="1">
                <a:solidFill>
                  <a:srgbClr val="AA8300"/>
                </a:solidFill>
                <a:latin typeface="Futura PT Bold" panose="020B0902020204020203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916C70-88F1-6ADE-FACA-6F66692342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2132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>
                    <a:lumMod val="10000"/>
                  </a:schemeClr>
                </a:solidFill>
                <a:latin typeface="Futura PT Demi" panose="020B0702020204020303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bg2">
                    <a:lumMod val="10000"/>
                  </a:schemeClr>
                </a:solidFill>
                <a:latin typeface="Futura PT Demi" panose="020B0702020204020303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bg2">
                    <a:lumMod val="10000"/>
                  </a:schemeClr>
                </a:solidFill>
                <a:latin typeface="Futura PT Demi" panose="020B0702020204020303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bg2">
                    <a:lumMod val="10000"/>
                  </a:schemeClr>
                </a:solidFill>
                <a:latin typeface="Futura PT Demi" panose="020B0702020204020303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bg2">
                    <a:lumMod val="10000"/>
                  </a:schemeClr>
                </a:solidFill>
                <a:latin typeface="Futura PT Demi" panose="020B0702020204020303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221421-52CB-21E6-B76E-1F24899281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2132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>
                    <a:lumMod val="10000"/>
                  </a:schemeClr>
                </a:solidFill>
                <a:latin typeface="Futura PT Demi" panose="020B0702020204020303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bg2">
                    <a:lumMod val="10000"/>
                  </a:schemeClr>
                </a:solidFill>
                <a:latin typeface="Futura PT Demi" panose="020B0702020204020303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bg2">
                    <a:lumMod val="10000"/>
                  </a:schemeClr>
                </a:solidFill>
                <a:latin typeface="Futura PT Demi" panose="020B0702020204020303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bg2">
                    <a:lumMod val="10000"/>
                  </a:schemeClr>
                </a:solidFill>
                <a:latin typeface="Futura PT Demi" panose="020B0702020204020303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bg2">
                    <a:lumMod val="10000"/>
                  </a:schemeClr>
                </a:solidFill>
                <a:latin typeface="Futura PT Demi" panose="020B0702020204020303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0668612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C8F8B1-A55E-EDAE-3C0F-AEB14B0D86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552450"/>
            <a:ext cx="10515600" cy="561975"/>
          </a:xfrm>
          <a:prstGeom prst="rect">
            <a:avLst/>
          </a:prstGeom>
        </p:spPr>
        <p:txBody>
          <a:bodyPr/>
          <a:lstStyle>
            <a:lvl1pPr>
              <a:defRPr sz="4000" b="0">
                <a:solidFill>
                  <a:srgbClr val="AA8300"/>
                </a:solidFill>
                <a:latin typeface="Futura PT Bold" panose="020B0902020204020203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E9D0A2-E35A-3E32-B524-A1CC777192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528763"/>
            <a:ext cx="5157787" cy="376237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2400" b="0">
                <a:solidFill>
                  <a:srgbClr val="AA8300"/>
                </a:solidFill>
                <a:latin typeface="Futura PT Bold" panose="020B0902020204020203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89ED76-2F58-7048-BF67-08525527B5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085974"/>
            <a:ext cx="5157787" cy="391477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>
                    <a:lumMod val="10000"/>
                  </a:schemeClr>
                </a:solidFill>
                <a:latin typeface="Futura PT Demi" panose="020B0702020204020303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bg2">
                    <a:lumMod val="10000"/>
                  </a:schemeClr>
                </a:solidFill>
                <a:latin typeface="Futura PT Demi" panose="020B0702020204020303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bg2">
                    <a:lumMod val="10000"/>
                  </a:schemeClr>
                </a:solidFill>
                <a:latin typeface="Futura PT Demi" panose="020B0702020204020303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bg2">
                    <a:lumMod val="10000"/>
                  </a:schemeClr>
                </a:solidFill>
                <a:latin typeface="Futura PT Demi" panose="020B0702020204020303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bg2">
                    <a:lumMod val="10000"/>
                  </a:schemeClr>
                </a:solidFill>
                <a:latin typeface="Futura PT Demi" panose="020B0702020204020303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DE38021-4511-E9C1-2564-54249AA4B88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528763"/>
            <a:ext cx="5183188" cy="376237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2400" b="0">
                <a:solidFill>
                  <a:srgbClr val="AA8300"/>
                </a:solidFill>
                <a:latin typeface="Futura PT Bold" panose="020B0902020204020203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08F88D6-1541-F980-6ABE-C5BD8BED279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085974"/>
            <a:ext cx="5183188" cy="391477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>
                    <a:lumMod val="10000"/>
                  </a:schemeClr>
                </a:solidFill>
                <a:latin typeface="Futura PT Demi" panose="020B0702020204020303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bg2">
                    <a:lumMod val="10000"/>
                  </a:schemeClr>
                </a:solidFill>
                <a:latin typeface="Futura PT Demi" panose="020B0702020204020303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bg2">
                    <a:lumMod val="10000"/>
                  </a:schemeClr>
                </a:solidFill>
                <a:latin typeface="Futura PT Demi" panose="020B0702020204020303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bg2">
                    <a:lumMod val="10000"/>
                  </a:schemeClr>
                </a:solidFill>
                <a:latin typeface="Futura PT Demi" panose="020B0702020204020303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bg2">
                    <a:lumMod val="10000"/>
                  </a:schemeClr>
                </a:solidFill>
                <a:latin typeface="Futura PT Demi" panose="020B0702020204020303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2691868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C519F0E0-C7B7-A49B-3FB3-92782EF22C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552450"/>
            <a:ext cx="10515600" cy="561975"/>
          </a:xfrm>
          <a:prstGeom prst="rect">
            <a:avLst/>
          </a:prstGeom>
        </p:spPr>
        <p:txBody>
          <a:bodyPr/>
          <a:lstStyle>
            <a:lvl1pPr>
              <a:defRPr sz="4000" b="0">
                <a:solidFill>
                  <a:srgbClr val="AA8300"/>
                </a:solidFill>
                <a:latin typeface="Futura PT Bold" panose="020B0902020204020203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9357941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009089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9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900164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13" Type="http://schemas.openxmlformats.org/officeDocument/2006/relationships/image" Target="../media/image19.png"/><Relationship Id="rId3" Type="http://schemas.openxmlformats.org/officeDocument/2006/relationships/chart" Target="../charts/chart1.xml"/><Relationship Id="rId7" Type="http://schemas.openxmlformats.org/officeDocument/2006/relationships/image" Target="../media/image13.png"/><Relationship Id="rId12" Type="http://schemas.openxmlformats.org/officeDocument/2006/relationships/image" Target="../media/image18.sv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22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sv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5" Type="http://schemas.openxmlformats.org/officeDocument/2006/relationships/image" Target="../media/image21.png"/><Relationship Id="rId10" Type="http://schemas.openxmlformats.org/officeDocument/2006/relationships/image" Target="../media/image16.svg"/><Relationship Id="rId4" Type="http://schemas.openxmlformats.org/officeDocument/2006/relationships/image" Target="../media/image10.png"/><Relationship Id="rId9" Type="http://schemas.openxmlformats.org/officeDocument/2006/relationships/image" Target="../media/image15.png"/><Relationship Id="rId14" Type="http://schemas.openxmlformats.org/officeDocument/2006/relationships/image" Target="../media/image20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sv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12" Type="http://schemas.openxmlformats.org/officeDocument/2006/relationships/image" Target="../media/image32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svg"/><Relationship Id="rId11" Type="http://schemas.openxmlformats.org/officeDocument/2006/relationships/image" Target="../media/image31.png"/><Relationship Id="rId5" Type="http://schemas.openxmlformats.org/officeDocument/2006/relationships/image" Target="../media/image25.png"/><Relationship Id="rId10" Type="http://schemas.openxmlformats.org/officeDocument/2006/relationships/image" Target="../media/image30.svg"/><Relationship Id="rId4" Type="http://schemas.openxmlformats.org/officeDocument/2006/relationships/image" Target="../media/image24.svg"/><Relationship Id="rId9" Type="http://schemas.openxmlformats.org/officeDocument/2006/relationships/image" Target="../media/image29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svg"/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12" Type="http://schemas.openxmlformats.org/officeDocument/2006/relationships/image" Target="../media/image42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6.svg"/><Relationship Id="rId11" Type="http://schemas.openxmlformats.org/officeDocument/2006/relationships/image" Target="../media/image41.png"/><Relationship Id="rId5" Type="http://schemas.openxmlformats.org/officeDocument/2006/relationships/image" Target="../media/image35.png"/><Relationship Id="rId10" Type="http://schemas.openxmlformats.org/officeDocument/2006/relationships/image" Target="../media/image40.svg"/><Relationship Id="rId4" Type="http://schemas.openxmlformats.org/officeDocument/2006/relationships/image" Target="../media/image34.svg"/><Relationship Id="rId9" Type="http://schemas.openxmlformats.org/officeDocument/2006/relationships/image" Target="../media/image3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4.sv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8F97CE5-D4A8-13F6-C461-41301F2F6E43}"/>
              </a:ext>
            </a:extLst>
          </p:cNvPr>
          <p:cNvSpPr/>
          <p:nvPr/>
        </p:nvSpPr>
        <p:spPr>
          <a:xfrm>
            <a:off x="0" y="2339197"/>
            <a:ext cx="12192000" cy="2417298"/>
          </a:xfrm>
          <a:prstGeom prst="rect">
            <a:avLst/>
          </a:prstGeom>
          <a:solidFill>
            <a:schemeClr val="bg1">
              <a:lumMod val="95000"/>
              <a:alpha val="6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8AEC59D-4310-E835-031E-714CFE6A7C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3507" y="2446025"/>
            <a:ext cx="11297336" cy="1132003"/>
          </a:xfrm>
          <a:ln>
            <a:noFill/>
          </a:ln>
        </p:spPr>
        <p:txBody>
          <a:bodyPr/>
          <a:lstStyle/>
          <a:p>
            <a:r>
              <a:rPr lang="en-PH" sz="8000" b="1">
                <a:solidFill>
                  <a:schemeClr val="tx1">
                    <a:lumMod val="85000"/>
                    <a:lumOff val="15000"/>
                  </a:schemeClr>
                </a:solidFill>
              </a:rPr>
              <a:t>FY 2027 BUDGET FORA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B09376E-F8D5-C2A8-27BD-4465D20F8F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30223" y="3608551"/>
            <a:ext cx="9123903" cy="1147943"/>
          </a:xfrm>
        </p:spPr>
        <p:txBody>
          <a:bodyPr/>
          <a:lstStyle/>
          <a:p>
            <a:pPr algn="ctr"/>
            <a:r>
              <a:rPr lang="en-US" sz="3600" i="1">
                <a:solidFill>
                  <a:schemeClr val="tx1"/>
                </a:solidFill>
              </a:rPr>
              <a:t>Medium-Term Fiscal Framework Expenditure Management Framework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266AFBF9-AF11-2711-8A2D-6D511E345FAB}"/>
              </a:ext>
            </a:extLst>
          </p:cNvPr>
          <p:cNvSpPr txBox="1">
            <a:spLocks/>
          </p:cNvSpPr>
          <p:nvPr/>
        </p:nvSpPr>
        <p:spPr>
          <a:xfrm>
            <a:off x="4418617" y="4787017"/>
            <a:ext cx="3543301" cy="647176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 lnSpcReduction="1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bg1"/>
                </a:solidFill>
                <a:latin typeface="Futura PT Demi" panose="020B0702020204020303" pitchFamily="34" charset="0"/>
                <a:ea typeface="+mn-ea"/>
                <a:cs typeface="Arial" panose="020B0604020202020204" pitchFamily="34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/>
              <a:t>January 28-29, 2026</a:t>
            </a:r>
            <a:br>
              <a:rPr lang="en-US"/>
            </a:br>
            <a:r>
              <a:rPr lang="en-US"/>
              <a:t>SMX Convention Center</a:t>
            </a:r>
            <a:endParaRPr lang="en-PH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FAB858F3-935C-CB49-79E7-3177753748EB}"/>
              </a:ext>
            </a:extLst>
          </p:cNvPr>
          <p:cNvSpPr txBox="1">
            <a:spLocks/>
          </p:cNvSpPr>
          <p:nvPr/>
        </p:nvSpPr>
        <p:spPr>
          <a:xfrm>
            <a:off x="93772" y="6088668"/>
            <a:ext cx="4613838" cy="605116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 lnSpcReduction="2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bg1"/>
                </a:solidFill>
                <a:latin typeface="Futura PT Demi" panose="020B0702020204020303" pitchFamily="34" charset="0"/>
                <a:ea typeface="+mn-ea"/>
                <a:cs typeface="Arial" panose="020B0604020202020204" pitchFamily="34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/>
              <a:t>Director Mary Joy O. de Leon</a:t>
            </a:r>
          </a:p>
          <a:p>
            <a:r>
              <a:rPr lang="en-US" sz="1800"/>
              <a:t>Fiscal Planning and Reforms Bureau</a:t>
            </a:r>
            <a:endParaRPr lang="en-PH" sz="1800"/>
          </a:p>
        </p:txBody>
      </p:sp>
    </p:spTree>
    <p:extLst>
      <p:ext uri="{BB962C8B-B14F-4D97-AF65-F5344CB8AC3E}">
        <p14:creationId xmlns:p14="http://schemas.microsoft.com/office/powerpoint/2010/main" val="31490220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5E19E3D-992D-3B5B-3494-BE516BA5154D}"/>
              </a:ext>
            </a:extLst>
          </p:cNvPr>
          <p:cNvSpPr/>
          <p:nvPr/>
        </p:nvSpPr>
        <p:spPr>
          <a:xfrm>
            <a:off x="0" y="-9525"/>
            <a:ext cx="12192000" cy="6858000"/>
          </a:xfrm>
          <a:prstGeom prst="rect">
            <a:avLst/>
          </a:prstGeom>
          <a:solidFill>
            <a:srgbClr val="6A6935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5EE7D3-AA77-3351-3FF3-BE045A44FA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1393" y="1010175"/>
            <a:ext cx="10852150" cy="828675"/>
          </a:xfrm>
        </p:spPr>
        <p:txBody>
          <a:bodyPr/>
          <a:lstStyle/>
          <a:p>
            <a:r>
              <a:rPr lang="en-US" sz="7200" b="1" u="sng"/>
              <a:t>Outline of Presentation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4EE88E-C7E9-FB08-7309-BEEC58B766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1532" y="2472705"/>
            <a:ext cx="11496896" cy="2119557"/>
          </a:xfrm>
        </p:spPr>
        <p:txBody>
          <a:bodyPr/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PH" sz="4400" dirty="0"/>
              <a:t>Overview of PFM Framework</a:t>
            </a:r>
          </a:p>
          <a:p>
            <a:pPr marL="571500" indent="-571500">
              <a:buFont typeface="Wingdings" panose="05000000000000000000" pitchFamily="2" charset="2"/>
              <a:buChar char="v"/>
            </a:pPr>
            <a:r>
              <a:rPr lang="en-PH" sz="4400" dirty="0"/>
              <a:t>Medium-Term Fiscal Framework</a:t>
            </a:r>
          </a:p>
          <a:p>
            <a:pPr marL="571500" indent="-571500">
              <a:buFont typeface="Wingdings" panose="05000000000000000000" pitchFamily="2" charset="2"/>
              <a:buChar char="v"/>
            </a:pPr>
            <a:r>
              <a:rPr lang="en-PH" sz="4400" dirty="0"/>
              <a:t>Expenditure Management Framework</a:t>
            </a:r>
          </a:p>
          <a:p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11805207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874FAF40-9A78-F7D3-971F-8D0D80F3E995}"/>
              </a:ext>
            </a:extLst>
          </p:cNvPr>
          <p:cNvGrpSpPr/>
          <p:nvPr/>
        </p:nvGrpSpPr>
        <p:grpSpPr>
          <a:xfrm>
            <a:off x="787399" y="1571467"/>
            <a:ext cx="10617202" cy="3937979"/>
            <a:chOff x="787399" y="1571467"/>
            <a:chExt cx="10617202" cy="3937979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ED7DDD97-68F9-F6C9-0431-44AE8C9B7DBC}"/>
                </a:ext>
              </a:extLst>
            </p:cNvPr>
            <p:cNvGrpSpPr/>
            <p:nvPr/>
          </p:nvGrpSpPr>
          <p:grpSpPr>
            <a:xfrm>
              <a:off x="787399" y="1571467"/>
              <a:ext cx="10617202" cy="3937979"/>
              <a:chOff x="259715" y="1062092"/>
              <a:chExt cx="8716858" cy="3075209"/>
            </a:xfrm>
          </p:grpSpPr>
          <p:sp>
            <p:nvSpPr>
              <p:cNvPr id="3" name="Rectangle 7">
                <a:extLst>
                  <a:ext uri="{FF2B5EF4-FFF2-40B4-BE49-F238E27FC236}">
                    <a16:creationId xmlns:a16="http://schemas.microsoft.com/office/drawing/2014/main" id="{3D76D1CA-FF79-FDB6-440B-FC52BBDF816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02903" y="1135891"/>
                <a:ext cx="5540326" cy="2223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 anchor="ctr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 defTabSz="609630"/>
                <a:r>
                  <a:rPr lang="en-US" altLang="en-US" sz="18500" b="1">
                    <a:solidFill>
                      <a:srgbClr val="AA8300"/>
                    </a:solidFill>
                    <a:ea typeface="ヒラギノ明朝 ProN W3"/>
                    <a:cs typeface="Arial" panose="020B0604020202020204" pitchFamily="34" charset="0"/>
                    <a:sym typeface="Palatino" panose="02040602050305020304" pitchFamily="18" charset="0"/>
                  </a:rPr>
                  <a:t>₱</a:t>
                </a:r>
                <a:endParaRPr lang="en-US" altLang="en-US" sz="32000" b="1">
                  <a:solidFill>
                    <a:srgbClr val="AA8300"/>
                  </a:solidFill>
                  <a:ea typeface="ヒラギノ明朝 ProN W3"/>
                  <a:cs typeface="Arial" panose="020B0604020202020204" pitchFamily="34" charset="0"/>
                  <a:sym typeface="Palatino" panose="02040602050305020304" pitchFamily="18" charset="0"/>
                </a:endParaRPr>
              </a:p>
            </p:txBody>
          </p:sp>
          <p:sp>
            <p:nvSpPr>
              <p:cNvPr id="4" name="Rectangle 24">
                <a:extLst>
                  <a:ext uri="{FF2B5EF4-FFF2-40B4-BE49-F238E27FC236}">
                    <a16:creationId xmlns:a16="http://schemas.microsoft.com/office/drawing/2014/main" id="{3EDF8519-50F1-75F5-3A7B-77B2CDE56B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62906" y="3561300"/>
                <a:ext cx="2600460" cy="360519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square" anchor="ctr">
                <a:spAutoFit/>
              </a:bodyPr>
              <a:lstStyle>
                <a:lvl1pPr defTabSz="1019175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 defTabSz="1019175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 defTabSz="1019175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 defTabSz="1019175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 defTabSz="1019175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defTabSz="1019175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defTabSz="1019175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defTabSz="1019175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defTabSz="1019175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 eaLnBrk="1" hangingPunct="1"/>
                <a:r>
                  <a:rPr lang="en-US" altLang="en-US" sz="2400">
                    <a:solidFill>
                      <a:srgbClr val="AA8300"/>
                    </a:solidFill>
                    <a:latin typeface="Calibri" panose="020F0502020204030204" pitchFamily="34" charset="0"/>
                  </a:rPr>
                  <a:t>DEVELOPMENT NEEDS</a:t>
                </a:r>
              </a:p>
            </p:txBody>
          </p:sp>
          <p:sp>
            <p:nvSpPr>
              <p:cNvPr id="5" name="Rectangle 25">
                <a:extLst>
                  <a:ext uri="{FF2B5EF4-FFF2-40B4-BE49-F238E27FC236}">
                    <a16:creationId xmlns:a16="http://schemas.microsoft.com/office/drawing/2014/main" id="{26F03BAC-828A-6831-3229-A2B9B4FD34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4044" y="2327604"/>
                <a:ext cx="2478837" cy="360519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square" anchor="ctr">
                <a:spAutoFit/>
              </a:bodyPr>
              <a:lstStyle>
                <a:lvl1pPr defTabSz="1019175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 defTabSz="1019175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 defTabSz="1019175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 defTabSz="1019175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 defTabSz="1019175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defTabSz="1019175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defTabSz="1019175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defTabSz="1019175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defTabSz="1019175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 eaLnBrk="1" hangingPunct="1"/>
                <a:r>
                  <a:rPr lang="en-US" altLang="en-US" sz="2400">
                    <a:solidFill>
                      <a:srgbClr val="AA8300"/>
                    </a:solidFill>
                    <a:latin typeface="Calibri" panose="020F0502020204030204" pitchFamily="34" charset="0"/>
                  </a:rPr>
                  <a:t>RESOURCES</a:t>
                </a:r>
              </a:p>
            </p:txBody>
          </p:sp>
          <p:cxnSp>
            <p:nvCxnSpPr>
              <p:cNvPr id="6" name="Straight Connector 5">
                <a:extLst>
                  <a:ext uri="{FF2B5EF4-FFF2-40B4-BE49-F238E27FC236}">
                    <a16:creationId xmlns:a16="http://schemas.microsoft.com/office/drawing/2014/main" id="{DAC141F1-7F83-89E2-8596-BACCD51134A1}"/>
                  </a:ext>
                </a:extLst>
              </p:cNvPr>
              <p:cNvCxnSpPr/>
              <p:nvPr/>
            </p:nvCxnSpPr>
            <p:spPr>
              <a:xfrm>
                <a:off x="1863137" y="1266231"/>
                <a:ext cx="5540327" cy="0"/>
              </a:xfrm>
              <a:prstGeom prst="line">
                <a:avLst/>
              </a:prstGeom>
              <a:ln w="57150">
                <a:solidFill>
                  <a:schemeClr val="bg2">
                    <a:lumMod val="1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8F9A88C9-00B7-22BF-7897-68CF9D4D400D}"/>
                  </a:ext>
                </a:extLst>
              </p:cNvPr>
              <p:cNvSpPr/>
              <p:nvPr/>
            </p:nvSpPr>
            <p:spPr>
              <a:xfrm>
                <a:off x="4405641" y="1062092"/>
                <a:ext cx="334851" cy="334851"/>
              </a:xfrm>
              <a:prstGeom prst="ellipse">
                <a:avLst/>
              </a:prstGeom>
              <a:solidFill>
                <a:srgbClr val="AA8300"/>
              </a:solidFill>
              <a:ln>
                <a:solidFill>
                  <a:srgbClr val="AA83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cxnSp>
            <p:nvCxnSpPr>
              <p:cNvPr id="8" name="Straight Connector 7">
                <a:extLst>
                  <a:ext uri="{FF2B5EF4-FFF2-40B4-BE49-F238E27FC236}">
                    <a16:creationId xmlns:a16="http://schemas.microsoft.com/office/drawing/2014/main" id="{CCE3C5DD-2EEC-C122-D593-F779D4AFCCF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863137" y="1238521"/>
                <a:ext cx="0" cy="2264044"/>
              </a:xfrm>
              <a:prstGeom prst="line">
                <a:avLst/>
              </a:prstGeom>
              <a:ln w="38100">
                <a:solidFill>
                  <a:schemeClr val="tx1">
                    <a:lumMod val="95000"/>
                    <a:lumOff val="5000"/>
                  </a:schemeClr>
                </a:solidFill>
                <a:prstDash val="dash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" name="Flowchart: Magnetic Disk 29">
                <a:extLst>
                  <a:ext uri="{FF2B5EF4-FFF2-40B4-BE49-F238E27FC236}">
                    <a16:creationId xmlns:a16="http://schemas.microsoft.com/office/drawing/2014/main" id="{E6BE7CE7-BD9E-AF61-FD00-DA390F31446F}"/>
                  </a:ext>
                </a:extLst>
              </p:cNvPr>
              <p:cNvSpPr/>
              <p:nvPr/>
            </p:nvSpPr>
            <p:spPr>
              <a:xfrm>
                <a:off x="259715" y="3905481"/>
                <a:ext cx="3206840" cy="231820"/>
              </a:xfrm>
              <a:prstGeom prst="flowChartMagneticDisk">
                <a:avLst/>
              </a:prstGeom>
              <a:solidFill>
                <a:srgbClr val="AA8300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10" name="Flowchart: Magnetic Disk 30">
                <a:extLst>
                  <a:ext uri="{FF2B5EF4-FFF2-40B4-BE49-F238E27FC236}">
                    <a16:creationId xmlns:a16="http://schemas.microsoft.com/office/drawing/2014/main" id="{D3D84A4D-F8B5-4EE4-F3E9-872CAC309D73}"/>
                  </a:ext>
                </a:extLst>
              </p:cNvPr>
              <p:cNvSpPr/>
              <p:nvPr/>
            </p:nvSpPr>
            <p:spPr>
              <a:xfrm>
                <a:off x="5769733" y="2796679"/>
                <a:ext cx="3206840" cy="231820"/>
              </a:xfrm>
              <a:prstGeom prst="flowChartMagneticDisk">
                <a:avLst/>
              </a:prstGeom>
              <a:solidFill>
                <a:srgbClr val="AA8300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cxnSp>
            <p:nvCxnSpPr>
              <p:cNvPr id="11" name="Straight Connector 10">
                <a:extLst>
                  <a:ext uri="{FF2B5EF4-FFF2-40B4-BE49-F238E27FC236}">
                    <a16:creationId xmlns:a16="http://schemas.microsoft.com/office/drawing/2014/main" id="{B41EF39B-91E4-B105-F4CB-3E2EAAFDD29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418223" y="1238520"/>
                <a:ext cx="0" cy="876905"/>
              </a:xfrm>
              <a:prstGeom prst="line">
                <a:avLst/>
              </a:prstGeom>
              <a:ln w="38100">
                <a:solidFill>
                  <a:schemeClr val="tx1">
                    <a:lumMod val="95000"/>
                    <a:lumOff val="5000"/>
                  </a:schemeClr>
                </a:solidFill>
                <a:prstDash val="dash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2" name="Rectangle 8">
              <a:extLst>
                <a:ext uri="{FF2B5EF4-FFF2-40B4-BE49-F238E27FC236}">
                  <a16:creationId xmlns:a16="http://schemas.microsoft.com/office/drawing/2014/main" id="{05E8671B-B803-28B7-8831-C0BCBCDD4800}"/>
                </a:ext>
              </a:extLst>
            </p:cNvPr>
            <p:cNvSpPr/>
            <p:nvPr/>
          </p:nvSpPr>
          <p:spPr bwMode="auto">
            <a:xfrm>
              <a:off x="5837170" y="3497751"/>
              <a:ext cx="1879600" cy="5745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en-US" sz="2800" b="1" baseline="5000">
                  <a:solidFill>
                    <a:srgbClr val="AA8300"/>
                  </a:solidFill>
                  <a:ea typeface="ヒラギノ明朝 ProN W3"/>
                  <a:cs typeface="Arial" panose="020B0604020202020204" pitchFamily="34" charset="0"/>
                  <a:sym typeface="Palatino" panose="02040602050305020304" pitchFamily="18" charset="0"/>
                </a:rPr>
                <a:t>NATIONAL BUDGET</a:t>
              </a:r>
            </a:p>
          </p:txBody>
        </p:sp>
      </p:grpSp>
      <p:sp>
        <p:nvSpPr>
          <p:cNvPr id="14" name="Title 1">
            <a:extLst>
              <a:ext uri="{FF2B5EF4-FFF2-40B4-BE49-F238E27FC236}">
                <a16:creationId xmlns:a16="http://schemas.microsoft.com/office/drawing/2014/main" id="{3FBD93F4-1E57-B5BC-0CE1-68D38B44CD0D}"/>
              </a:ext>
            </a:extLst>
          </p:cNvPr>
          <p:cNvSpPr txBox="1">
            <a:spLocks/>
          </p:cNvSpPr>
          <p:nvPr/>
        </p:nvSpPr>
        <p:spPr>
          <a:xfrm>
            <a:off x="783294" y="458044"/>
            <a:ext cx="10515600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6000" b="1">
                <a:solidFill>
                  <a:srgbClr val="AA8300"/>
                </a:solidFill>
                <a:latin typeface="Futura PT Bold" panose="020B0902020204020203"/>
              </a:rPr>
              <a:t>The Challenge</a:t>
            </a:r>
          </a:p>
        </p:txBody>
      </p:sp>
    </p:spTree>
    <p:extLst>
      <p:ext uri="{BB962C8B-B14F-4D97-AF65-F5344CB8AC3E}">
        <p14:creationId xmlns:p14="http://schemas.microsoft.com/office/powerpoint/2010/main" val="7231085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00BAAE-9051-49CC-65C7-9E039C1763C1}"/>
              </a:ext>
            </a:extLst>
          </p:cNvPr>
          <p:cNvSpPr txBox="1">
            <a:spLocks/>
          </p:cNvSpPr>
          <p:nvPr/>
        </p:nvSpPr>
        <p:spPr>
          <a:xfrm>
            <a:off x="783294" y="458044"/>
            <a:ext cx="10515600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800" b="1">
                <a:solidFill>
                  <a:srgbClr val="AA8300"/>
                </a:solidFill>
                <a:latin typeface="Futura PT Bold" panose="020B0902020204020203"/>
              </a:rPr>
              <a:t>Desirable Outcome of the Budget </a:t>
            </a:r>
          </a:p>
        </p:txBody>
      </p:sp>
      <p:grpSp>
        <p:nvGrpSpPr>
          <p:cNvPr id="61" name="Group 60">
            <a:extLst>
              <a:ext uri="{FF2B5EF4-FFF2-40B4-BE49-F238E27FC236}">
                <a16:creationId xmlns:a16="http://schemas.microsoft.com/office/drawing/2014/main" id="{EC3EBB41-94D2-6E3F-FE23-E61DCA7462AD}"/>
              </a:ext>
            </a:extLst>
          </p:cNvPr>
          <p:cNvGrpSpPr/>
          <p:nvPr/>
        </p:nvGrpSpPr>
        <p:grpSpPr>
          <a:xfrm>
            <a:off x="1266059" y="1232925"/>
            <a:ext cx="9130428" cy="5046034"/>
            <a:chOff x="1253359" y="1194825"/>
            <a:chExt cx="9130428" cy="5046034"/>
          </a:xfrm>
        </p:grpSpPr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BD173973-0673-931D-B5D2-0C758DE243C9}"/>
                </a:ext>
              </a:extLst>
            </p:cNvPr>
            <p:cNvGrpSpPr/>
            <p:nvPr/>
          </p:nvGrpSpPr>
          <p:grpSpPr>
            <a:xfrm>
              <a:off x="1253359" y="1194825"/>
              <a:ext cx="9130428" cy="5046034"/>
              <a:chOff x="1043809" y="1175775"/>
              <a:chExt cx="9130428" cy="5046034"/>
            </a:xfrm>
          </p:grpSpPr>
          <p:grpSp>
            <p:nvGrpSpPr>
              <p:cNvPr id="42" name="Group 41">
                <a:extLst>
                  <a:ext uri="{FF2B5EF4-FFF2-40B4-BE49-F238E27FC236}">
                    <a16:creationId xmlns:a16="http://schemas.microsoft.com/office/drawing/2014/main" id="{D1D426FA-F41A-0799-193E-65674B8A7F25}"/>
                  </a:ext>
                </a:extLst>
              </p:cNvPr>
              <p:cNvGrpSpPr/>
              <p:nvPr/>
            </p:nvGrpSpPr>
            <p:grpSpPr>
              <a:xfrm>
                <a:off x="1043809" y="1291023"/>
                <a:ext cx="5087554" cy="4830212"/>
                <a:chOff x="1136869" y="1383643"/>
                <a:chExt cx="5087554" cy="4830212"/>
              </a:xfrm>
            </p:grpSpPr>
            <p:grpSp>
              <p:nvGrpSpPr>
                <p:cNvPr id="25" name="Group 24">
                  <a:extLst>
                    <a:ext uri="{FF2B5EF4-FFF2-40B4-BE49-F238E27FC236}">
                      <a16:creationId xmlns:a16="http://schemas.microsoft.com/office/drawing/2014/main" id="{63EA14BC-3EA4-82DD-2916-BB866B6AF83B}"/>
                    </a:ext>
                  </a:extLst>
                </p:cNvPr>
                <p:cNvGrpSpPr/>
                <p:nvPr/>
              </p:nvGrpSpPr>
              <p:grpSpPr>
                <a:xfrm>
                  <a:off x="1136869" y="2383220"/>
                  <a:ext cx="2827283" cy="2724807"/>
                  <a:chOff x="1452179" y="2645978"/>
                  <a:chExt cx="2827283" cy="2724807"/>
                </a:xfrm>
              </p:grpSpPr>
              <p:sp>
                <p:nvSpPr>
                  <p:cNvPr id="24" name="Oval 23">
                    <a:extLst>
                      <a:ext uri="{FF2B5EF4-FFF2-40B4-BE49-F238E27FC236}">
                        <a16:creationId xmlns:a16="http://schemas.microsoft.com/office/drawing/2014/main" id="{DAC7EE81-E64F-0F22-49BD-8BF82CAF2B3B}"/>
                      </a:ext>
                    </a:extLst>
                  </p:cNvPr>
                  <p:cNvSpPr/>
                  <p:nvPr/>
                </p:nvSpPr>
                <p:spPr>
                  <a:xfrm>
                    <a:off x="1452179" y="2645978"/>
                    <a:ext cx="2827283" cy="2724807"/>
                  </a:xfrm>
                  <a:prstGeom prst="ellipse">
                    <a:avLst/>
                  </a:prstGeom>
                  <a:noFill/>
                  <a:ln w="317500">
                    <a:solidFill>
                      <a:srgbClr val="6A6935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PH"/>
                  </a:p>
                </p:txBody>
              </p:sp>
              <p:sp>
                <p:nvSpPr>
                  <p:cNvPr id="23" name="Oval 22">
                    <a:extLst>
                      <a:ext uri="{FF2B5EF4-FFF2-40B4-BE49-F238E27FC236}">
                        <a16:creationId xmlns:a16="http://schemas.microsoft.com/office/drawing/2014/main" id="{C49462F0-C4EA-4A49-E547-FD31A44E052D}"/>
                      </a:ext>
                    </a:extLst>
                  </p:cNvPr>
                  <p:cNvSpPr/>
                  <p:nvPr/>
                </p:nvSpPr>
                <p:spPr>
                  <a:xfrm>
                    <a:off x="1708150" y="2889250"/>
                    <a:ext cx="2273300" cy="2222500"/>
                  </a:xfrm>
                  <a:prstGeom prst="ellipse">
                    <a:avLst/>
                  </a:prstGeom>
                  <a:noFill/>
                  <a:ln w="317500">
                    <a:solidFill>
                      <a:srgbClr val="AA830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PH"/>
                  </a:p>
                </p:txBody>
              </p:sp>
              <p:sp>
                <p:nvSpPr>
                  <p:cNvPr id="22" name="Oval 21">
                    <a:extLst>
                      <a:ext uri="{FF2B5EF4-FFF2-40B4-BE49-F238E27FC236}">
                        <a16:creationId xmlns:a16="http://schemas.microsoft.com/office/drawing/2014/main" id="{0D03A34A-DCB6-C9E1-8965-ECAC7AAF6EA2}"/>
                      </a:ext>
                    </a:extLst>
                  </p:cNvPr>
                  <p:cNvSpPr/>
                  <p:nvPr/>
                </p:nvSpPr>
                <p:spPr>
                  <a:xfrm>
                    <a:off x="2006600" y="3200400"/>
                    <a:ext cx="1660525" cy="1600200"/>
                  </a:xfrm>
                  <a:prstGeom prst="ellipse">
                    <a:avLst/>
                  </a:prstGeom>
                  <a:noFill/>
                  <a:ln w="317500">
                    <a:solidFill>
                      <a:srgbClr val="FFC00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PH"/>
                  </a:p>
                </p:txBody>
              </p:sp>
            </p:grpSp>
            <p:grpSp>
              <p:nvGrpSpPr>
                <p:cNvPr id="41" name="Group 40">
                  <a:extLst>
                    <a:ext uri="{FF2B5EF4-FFF2-40B4-BE49-F238E27FC236}">
                      <a16:creationId xmlns:a16="http://schemas.microsoft.com/office/drawing/2014/main" id="{3595380D-64C2-CC27-350F-974B05934A38}"/>
                    </a:ext>
                  </a:extLst>
                </p:cNvPr>
                <p:cNvGrpSpPr/>
                <p:nvPr/>
              </p:nvGrpSpPr>
              <p:grpSpPr>
                <a:xfrm>
                  <a:off x="3037025" y="1383643"/>
                  <a:ext cx="3187398" cy="4830212"/>
                  <a:chOff x="3037025" y="1383643"/>
                  <a:chExt cx="3187398" cy="4830212"/>
                </a:xfrm>
              </p:grpSpPr>
              <p:cxnSp>
                <p:nvCxnSpPr>
                  <p:cNvPr id="27" name="Straight Connector 26">
                    <a:extLst>
                      <a:ext uri="{FF2B5EF4-FFF2-40B4-BE49-F238E27FC236}">
                        <a16:creationId xmlns:a16="http://schemas.microsoft.com/office/drawing/2014/main" id="{3F18F708-317E-8159-3F46-5D9AE72A933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3037025" y="2212591"/>
                    <a:ext cx="1715950" cy="867868"/>
                  </a:xfrm>
                  <a:prstGeom prst="line">
                    <a:avLst/>
                  </a:prstGeom>
                  <a:ln w="254000">
                    <a:solidFill>
                      <a:srgbClr val="FFC000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1" name="Straight Connector 30">
                    <a:extLst>
                      <a:ext uri="{FF2B5EF4-FFF2-40B4-BE49-F238E27FC236}">
                        <a16:creationId xmlns:a16="http://schemas.microsoft.com/office/drawing/2014/main" id="{D898BBFA-8E29-EC58-CBAB-7B2FD92F946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676103" y="3745623"/>
                    <a:ext cx="1312260" cy="16204"/>
                  </a:xfrm>
                  <a:prstGeom prst="line">
                    <a:avLst/>
                  </a:prstGeom>
                  <a:ln w="254000">
                    <a:solidFill>
                      <a:srgbClr val="AA8300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4" name="Straight Connector 33">
                    <a:extLst>
                      <a:ext uri="{FF2B5EF4-FFF2-40B4-BE49-F238E27FC236}">
                        <a16:creationId xmlns:a16="http://schemas.microsoft.com/office/drawing/2014/main" id="{DD515341-3268-9953-128E-7D7DEE47C1A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681140" y="4624935"/>
                    <a:ext cx="960382" cy="652077"/>
                  </a:xfrm>
                  <a:prstGeom prst="line">
                    <a:avLst/>
                  </a:prstGeom>
                  <a:ln w="254000">
                    <a:solidFill>
                      <a:srgbClr val="6A6935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37" name="Oval 36">
                    <a:extLst>
                      <a:ext uri="{FF2B5EF4-FFF2-40B4-BE49-F238E27FC236}">
                        <a16:creationId xmlns:a16="http://schemas.microsoft.com/office/drawing/2014/main" id="{D569F31E-ABB5-14B5-A368-155E5268717B}"/>
                      </a:ext>
                    </a:extLst>
                  </p:cNvPr>
                  <p:cNvSpPr/>
                  <p:nvPr/>
                </p:nvSpPr>
                <p:spPr>
                  <a:xfrm>
                    <a:off x="4653757" y="1383643"/>
                    <a:ext cx="1312260" cy="1262882"/>
                  </a:xfrm>
                  <a:prstGeom prst="ellipse">
                    <a:avLst/>
                  </a:prstGeom>
                  <a:noFill/>
                  <a:ln w="190500">
                    <a:solidFill>
                      <a:srgbClr val="FFC00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PH"/>
                  </a:p>
                </p:txBody>
              </p:sp>
              <p:sp>
                <p:nvSpPr>
                  <p:cNvPr id="39" name="Oval 38">
                    <a:extLst>
                      <a:ext uri="{FF2B5EF4-FFF2-40B4-BE49-F238E27FC236}">
                        <a16:creationId xmlns:a16="http://schemas.microsoft.com/office/drawing/2014/main" id="{F0C28D31-6F52-3327-D745-225A7BB2B7F3}"/>
                      </a:ext>
                    </a:extLst>
                  </p:cNvPr>
                  <p:cNvSpPr/>
                  <p:nvPr/>
                </p:nvSpPr>
                <p:spPr>
                  <a:xfrm>
                    <a:off x="4912163" y="3157291"/>
                    <a:ext cx="1312260" cy="1262882"/>
                  </a:xfrm>
                  <a:prstGeom prst="ellipse">
                    <a:avLst/>
                  </a:prstGeom>
                  <a:noFill/>
                  <a:ln w="190500">
                    <a:solidFill>
                      <a:srgbClr val="AA830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PH"/>
                  </a:p>
                </p:txBody>
              </p:sp>
              <p:sp>
                <p:nvSpPr>
                  <p:cNvPr id="40" name="Oval 39">
                    <a:extLst>
                      <a:ext uri="{FF2B5EF4-FFF2-40B4-BE49-F238E27FC236}">
                        <a16:creationId xmlns:a16="http://schemas.microsoft.com/office/drawing/2014/main" id="{E6B34513-5BF9-C9F6-2245-349947552A87}"/>
                      </a:ext>
                    </a:extLst>
                  </p:cNvPr>
                  <p:cNvSpPr/>
                  <p:nvPr/>
                </p:nvSpPr>
                <p:spPr>
                  <a:xfrm>
                    <a:off x="4565322" y="4950973"/>
                    <a:ext cx="1312260" cy="1262882"/>
                  </a:xfrm>
                  <a:prstGeom prst="ellipse">
                    <a:avLst/>
                  </a:prstGeom>
                  <a:noFill/>
                  <a:ln w="190500">
                    <a:solidFill>
                      <a:srgbClr val="6A6935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PH"/>
                  </a:p>
                </p:txBody>
              </p:sp>
            </p:grpSp>
          </p:grpSp>
          <p:sp>
            <p:nvSpPr>
              <p:cNvPr id="45" name="Flowchart: Stored Data 44">
                <a:extLst>
                  <a:ext uri="{FF2B5EF4-FFF2-40B4-BE49-F238E27FC236}">
                    <a16:creationId xmlns:a16="http://schemas.microsoft.com/office/drawing/2014/main" id="{6A6F0B9F-4FA0-C420-B0DB-6D09A521EAC6}"/>
                  </a:ext>
                </a:extLst>
              </p:cNvPr>
              <p:cNvSpPr/>
              <p:nvPr/>
            </p:nvSpPr>
            <p:spPr>
              <a:xfrm rot="10800000">
                <a:off x="5274659" y="4734145"/>
                <a:ext cx="4566311" cy="1487664"/>
              </a:xfrm>
              <a:prstGeom prst="flowChartOnlineStorage">
                <a:avLst/>
              </a:prstGeom>
              <a:solidFill>
                <a:srgbClr val="6A6935"/>
              </a:solidFill>
              <a:ln>
                <a:solidFill>
                  <a:srgbClr val="6A693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PH"/>
              </a:p>
            </p:txBody>
          </p:sp>
          <p:sp>
            <p:nvSpPr>
              <p:cNvPr id="46" name="Flowchart: Stored Data 45">
                <a:extLst>
                  <a:ext uri="{FF2B5EF4-FFF2-40B4-BE49-F238E27FC236}">
                    <a16:creationId xmlns:a16="http://schemas.microsoft.com/office/drawing/2014/main" id="{2D38E417-E8A9-36C8-579F-62123118A660}"/>
                  </a:ext>
                </a:extLst>
              </p:cNvPr>
              <p:cNvSpPr/>
              <p:nvPr/>
            </p:nvSpPr>
            <p:spPr>
              <a:xfrm rot="10800000">
                <a:off x="5607926" y="2943021"/>
                <a:ext cx="4566311" cy="1487664"/>
              </a:xfrm>
              <a:prstGeom prst="flowChartOnlineStorage">
                <a:avLst/>
              </a:prstGeom>
              <a:solidFill>
                <a:srgbClr val="AA8300"/>
              </a:solidFill>
              <a:ln>
                <a:solidFill>
                  <a:srgbClr val="AA83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PH"/>
              </a:p>
            </p:txBody>
          </p:sp>
          <p:sp>
            <p:nvSpPr>
              <p:cNvPr id="47" name="Flowchart: Stored Data 46">
                <a:extLst>
                  <a:ext uri="{FF2B5EF4-FFF2-40B4-BE49-F238E27FC236}">
                    <a16:creationId xmlns:a16="http://schemas.microsoft.com/office/drawing/2014/main" id="{F2D8A004-0129-042B-16A6-D54C24ED8554}"/>
                  </a:ext>
                </a:extLst>
              </p:cNvPr>
              <p:cNvSpPr/>
              <p:nvPr/>
            </p:nvSpPr>
            <p:spPr>
              <a:xfrm rot="10800000">
                <a:off x="5330470" y="1175775"/>
                <a:ext cx="4566311" cy="1487664"/>
              </a:xfrm>
              <a:prstGeom prst="flowChartOnlineStorage">
                <a:avLst/>
              </a:prstGeom>
              <a:solidFill>
                <a:srgbClr val="FFC000"/>
              </a:solidFill>
              <a:ln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PH"/>
              </a:p>
            </p:txBody>
          </p:sp>
        </p:grp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84634190-869F-EE03-4F9B-F7B79C1E0B46}"/>
                </a:ext>
              </a:extLst>
            </p:cNvPr>
            <p:cNvSpPr txBox="1"/>
            <p:nvPr/>
          </p:nvSpPr>
          <p:spPr>
            <a:xfrm>
              <a:off x="6605206" y="1391120"/>
              <a:ext cx="2990850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H" sz="2800">
                  <a:solidFill>
                    <a:schemeClr val="bg1"/>
                  </a:solidFill>
                  <a:latin typeface="Futura PT Demi" panose="020B0702020204020303"/>
                </a:rPr>
                <a:t>aggregate fiscal discipline 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904FEA9E-F9BD-35A1-31D8-B2F8149A0B11}"/>
                </a:ext>
              </a:extLst>
            </p:cNvPr>
            <p:cNvSpPr txBox="1"/>
            <p:nvPr/>
          </p:nvSpPr>
          <p:spPr>
            <a:xfrm>
              <a:off x="6841687" y="3238108"/>
              <a:ext cx="2990850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H" sz="2800">
                  <a:solidFill>
                    <a:schemeClr val="bg1"/>
                  </a:solidFill>
                  <a:latin typeface="Futura PT Demi" panose="020B0702020204020303"/>
                </a:rPr>
                <a:t>allocative efficiency </a:t>
              </a: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B947EA13-3D1C-6948-E3D6-26FC12BEEA67}"/>
                </a:ext>
              </a:extLst>
            </p:cNvPr>
            <p:cNvSpPr txBox="1"/>
            <p:nvPr/>
          </p:nvSpPr>
          <p:spPr>
            <a:xfrm>
              <a:off x="6624913" y="4989826"/>
              <a:ext cx="2990850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H" sz="2800">
                  <a:solidFill>
                    <a:schemeClr val="bg1"/>
                  </a:solidFill>
                  <a:latin typeface="Futura PT Demi" panose="020B0702020204020303"/>
                </a:rPr>
                <a:t>operational efficiency </a:t>
              </a:r>
            </a:p>
          </p:txBody>
        </p:sp>
        <p:pic>
          <p:nvPicPr>
            <p:cNvPr id="55" name="Picture 54">
              <a:extLst>
                <a:ext uri="{FF2B5EF4-FFF2-40B4-BE49-F238E27FC236}">
                  <a16:creationId xmlns:a16="http://schemas.microsoft.com/office/drawing/2014/main" id="{B5827B8B-A2A8-8C2D-88E2-7EA58707FF3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duotone>
                <a:prstClr val="black"/>
                <a:srgbClr val="FFC000">
                  <a:tint val="45000"/>
                  <a:satMod val="400000"/>
                </a:srgbClr>
              </a:duotone>
            </a:blip>
            <a:stretch>
              <a:fillRect/>
            </a:stretch>
          </p:blipFill>
          <p:spPr>
            <a:xfrm>
              <a:off x="4891178" y="1397839"/>
              <a:ext cx="1001972" cy="836178"/>
            </a:xfrm>
            <a:prstGeom prst="rect">
              <a:avLst/>
            </a:prstGeom>
          </p:spPr>
        </p:pic>
        <p:pic>
          <p:nvPicPr>
            <p:cNvPr id="57" name="Picture 56">
              <a:extLst>
                <a:ext uri="{FF2B5EF4-FFF2-40B4-BE49-F238E27FC236}">
                  <a16:creationId xmlns:a16="http://schemas.microsoft.com/office/drawing/2014/main" id="{884F29E5-469E-DE9C-C8C5-B40D9C48CAC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duotone>
                <a:prstClr val="black"/>
                <a:srgbClr val="AA8300">
                  <a:tint val="45000"/>
                  <a:satMod val="400000"/>
                </a:srgbClr>
              </a:duotone>
            </a:blip>
            <a:stretch>
              <a:fillRect/>
            </a:stretch>
          </p:blipFill>
          <p:spPr>
            <a:xfrm>
              <a:off x="5131009" y="3193255"/>
              <a:ext cx="1159428" cy="844414"/>
            </a:xfrm>
            <a:prstGeom prst="rect">
              <a:avLst/>
            </a:prstGeom>
          </p:spPr>
        </p:pic>
        <p:pic>
          <p:nvPicPr>
            <p:cNvPr id="59" name="Picture 58">
              <a:extLst>
                <a:ext uri="{FF2B5EF4-FFF2-40B4-BE49-F238E27FC236}">
                  <a16:creationId xmlns:a16="http://schemas.microsoft.com/office/drawing/2014/main" id="{02F9EC12-376C-0002-A0D5-A542AD8E6CA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duotone>
                <a:prstClr val="black"/>
                <a:srgbClr val="6A6935">
                  <a:tint val="45000"/>
                  <a:satMod val="400000"/>
                </a:srgbClr>
              </a:duotone>
            </a:blip>
            <a:stretch>
              <a:fillRect/>
            </a:stretch>
          </p:blipFill>
          <p:spPr>
            <a:xfrm>
              <a:off x="4842757" y="4989826"/>
              <a:ext cx="1032850" cy="893812"/>
            </a:xfrm>
            <a:prstGeom prst="rect">
              <a:avLst/>
            </a:prstGeom>
          </p:spPr>
        </p:pic>
      </p:grpSp>
      <p:sp>
        <p:nvSpPr>
          <p:cNvPr id="64" name="TextBox 63">
            <a:extLst>
              <a:ext uri="{FF2B5EF4-FFF2-40B4-BE49-F238E27FC236}">
                <a16:creationId xmlns:a16="http://schemas.microsoft.com/office/drawing/2014/main" id="{F72464C1-03FB-1E7E-5EF6-F4A74E848C20}"/>
              </a:ext>
            </a:extLst>
          </p:cNvPr>
          <p:cNvSpPr txBox="1"/>
          <p:nvPr/>
        </p:nvSpPr>
        <p:spPr>
          <a:xfrm>
            <a:off x="1579603" y="3288261"/>
            <a:ext cx="213994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PH" sz="2000" b="1">
                <a:solidFill>
                  <a:srgbClr val="FFC000"/>
                </a:solidFill>
                <a:latin typeface="Futura PT Demi" panose="020B0702020204020303"/>
              </a:rPr>
              <a:t>PFM</a:t>
            </a:r>
          </a:p>
          <a:p>
            <a:pPr algn="ctr"/>
            <a:r>
              <a:rPr lang="en-PH" sz="2000" b="1">
                <a:solidFill>
                  <a:srgbClr val="FFC000"/>
                </a:solidFill>
                <a:latin typeface="Futura PT Demi" panose="020B0702020204020303"/>
              </a:rPr>
              <a:t>Objectives</a:t>
            </a:r>
          </a:p>
        </p:txBody>
      </p:sp>
    </p:spTree>
    <p:extLst>
      <p:ext uri="{BB962C8B-B14F-4D97-AF65-F5344CB8AC3E}">
        <p14:creationId xmlns:p14="http://schemas.microsoft.com/office/powerpoint/2010/main" val="35916799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3CB16993-BE0C-367A-A653-9D3C6F84B3AF}"/>
              </a:ext>
            </a:extLst>
          </p:cNvPr>
          <p:cNvSpPr txBox="1">
            <a:spLocks/>
          </p:cNvSpPr>
          <p:nvPr/>
        </p:nvSpPr>
        <p:spPr>
          <a:xfrm>
            <a:off x="381000" y="482599"/>
            <a:ext cx="10930594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5400" b="1">
                <a:solidFill>
                  <a:srgbClr val="AA8300"/>
                </a:solidFill>
                <a:latin typeface="Futura PT Bold" panose="020B0902020204020203"/>
              </a:rPr>
              <a:t>The PFM Cycle </a:t>
            </a:r>
          </a:p>
        </p:txBody>
      </p:sp>
      <p:grpSp>
        <p:nvGrpSpPr>
          <p:cNvPr id="58" name="Group 57">
            <a:extLst>
              <a:ext uri="{FF2B5EF4-FFF2-40B4-BE49-F238E27FC236}">
                <a16:creationId xmlns:a16="http://schemas.microsoft.com/office/drawing/2014/main" id="{ED6A058F-3392-2189-B776-0B42EDFE9404}"/>
              </a:ext>
            </a:extLst>
          </p:cNvPr>
          <p:cNvGrpSpPr/>
          <p:nvPr/>
        </p:nvGrpSpPr>
        <p:grpSpPr>
          <a:xfrm>
            <a:off x="537849" y="1517452"/>
            <a:ext cx="10929913" cy="4349991"/>
            <a:chOff x="352792" y="1321509"/>
            <a:chExt cx="10929913" cy="4349991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1B2D8A2D-0A25-EFA4-98EB-5FBFDD79009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t="678" r="1136" b="187"/>
            <a:stretch/>
          </p:blipFill>
          <p:spPr>
            <a:xfrm>
              <a:off x="352792" y="1614796"/>
              <a:ext cx="6197313" cy="4056704"/>
            </a:xfrm>
            <a:prstGeom prst="rect">
              <a:avLst/>
            </a:prstGeom>
          </p:spPr>
        </p:pic>
        <p:grpSp>
          <p:nvGrpSpPr>
            <p:cNvPr id="57" name="Group 56">
              <a:extLst>
                <a:ext uri="{FF2B5EF4-FFF2-40B4-BE49-F238E27FC236}">
                  <a16:creationId xmlns:a16="http://schemas.microsoft.com/office/drawing/2014/main" id="{85230349-603D-7915-B607-4431E61FB6EA}"/>
                </a:ext>
              </a:extLst>
            </p:cNvPr>
            <p:cNvGrpSpPr/>
            <p:nvPr/>
          </p:nvGrpSpPr>
          <p:grpSpPr>
            <a:xfrm>
              <a:off x="6623092" y="1321509"/>
              <a:ext cx="4659613" cy="3974691"/>
              <a:chOff x="6623092" y="1321509"/>
              <a:chExt cx="4659613" cy="3974691"/>
            </a:xfrm>
          </p:grpSpPr>
          <p:grpSp>
            <p:nvGrpSpPr>
              <p:cNvPr id="48" name="Group 47">
                <a:extLst>
                  <a:ext uri="{FF2B5EF4-FFF2-40B4-BE49-F238E27FC236}">
                    <a16:creationId xmlns:a16="http://schemas.microsoft.com/office/drawing/2014/main" id="{A6D91D52-DE7C-1F67-63A9-F25AF5FC1141}"/>
                  </a:ext>
                </a:extLst>
              </p:cNvPr>
              <p:cNvGrpSpPr/>
              <p:nvPr/>
            </p:nvGrpSpPr>
            <p:grpSpPr>
              <a:xfrm>
                <a:off x="6623092" y="1321509"/>
                <a:ext cx="4557964" cy="3974691"/>
                <a:chOff x="6798352" y="1359609"/>
                <a:chExt cx="4557964" cy="3974691"/>
              </a:xfrm>
            </p:grpSpPr>
            <p:grpSp>
              <p:nvGrpSpPr>
                <p:cNvPr id="10" name="Group 9">
                  <a:extLst>
                    <a:ext uri="{FF2B5EF4-FFF2-40B4-BE49-F238E27FC236}">
                      <a16:creationId xmlns:a16="http://schemas.microsoft.com/office/drawing/2014/main" id="{C33613A9-75DA-FB84-6961-56B6B314951C}"/>
                    </a:ext>
                  </a:extLst>
                </p:cNvPr>
                <p:cNvGrpSpPr/>
                <p:nvPr/>
              </p:nvGrpSpPr>
              <p:grpSpPr>
                <a:xfrm>
                  <a:off x="6814143" y="1359609"/>
                  <a:ext cx="4497451" cy="3974691"/>
                  <a:chOff x="6925248" y="1441622"/>
                  <a:chExt cx="4497451" cy="3974691"/>
                </a:xfrm>
              </p:grpSpPr>
              <p:grpSp>
                <p:nvGrpSpPr>
                  <p:cNvPr id="7" name="Group 6">
                    <a:extLst>
                      <a:ext uri="{FF2B5EF4-FFF2-40B4-BE49-F238E27FC236}">
                        <a16:creationId xmlns:a16="http://schemas.microsoft.com/office/drawing/2014/main" id="{A4EC8A60-4242-CA93-0658-77E28007B754}"/>
                      </a:ext>
                    </a:extLst>
                  </p:cNvPr>
                  <p:cNvGrpSpPr/>
                  <p:nvPr/>
                </p:nvGrpSpPr>
                <p:grpSpPr>
                  <a:xfrm>
                    <a:off x="6935190" y="1441686"/>
                    <a:ext cx="4487509" cy="3964753"/>
                    <a:chOff x="6935190" y="1441686"/>
                    <a:chExt cx="4487509" cy="3964753"/>
                  </a:xfrm>
                </p:grpSpPr>
                <p:sp>
                  <p:nvSpPr>
                    <p:cNvPr id="5" name="Trapezoid 4">
                      <a:extLst>
                        <a:ext uri="{FF2B5EF4-FFF2-40B4-BE49-F238E27FC236}">
                          <a16:creationId xmlns:a16="http://schemas.microsoft.com/office/drawing/2014/main" id="{69E4D07F-07FE-029A-FC10-DACDE2B07B4D}"/>
                        </a:ext>
                      </a:extLst>
                    </p:cNvPr>
                    <p:cNvSpPr/>
                    <p:nvPr/>
                  </p:nvSpPr>
                  <p:spPr>
                    <a:xfrm rot="16200000">
                      <a:off x="5710636" y="2676115"/>
                      <a:ext cx="3954878" cy="1505770"/>
                    </a:xfrm>
                    <a:prstGeom prst="trapezoid">
                      <a:avLst>
                        <a:gd name="adj" fmla="val 31410"/>
                      </a:avLst>
                    </a:prstGeom>
                    <a:solidFill>
                      <a:srgbClr val="AA8300"/>
                    </a:solidFill>
                    <a:ln>
                      <a:solidFill>
                        <a:srgbClr val="AA8300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PH"/>
                    </a:p>
                  </p:txBody>
                </p:sp>
                <p:sp>
                  <p:nvSpPr>
                    <p:cNvPr id="6" name="Rectangle 5">
                      <a:extLst>
                        <a:ext uri="{FF2B5EF4-FFF2-40B4-BE49-F238E27FC236}">
                          <a16:creationId xmlns:a16="http://schemas.microsoft.com/office/drawing/2014/main" id="{4A447A50-7557-637A-62BE-D4EC63D6E6F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440960" y="1441686"/>
                      <a:ext cx="2981739" cy="3954878"/>
                    </a:xfrm>
                    <a:prstGeom prst="rect">
                      <a:avLst/>
                    </a:prstGeom>
                    <a:solidFill>
                      <a:srgbClr val="FFC000"/>
                    </a:solidFill>
                    <a:ln>
                      <a:solidFill>
                        <a:srgbClr val="FFC000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PH" dirty="0"/>
                    </a:p>
                  </p:txBody>
                </p:sp>
              </p:grpSp>
              <p:sp>
                <p:nvSpPr>
                  <p:cNvPr id="8" name="Right Triangle 7">
                    <a:extLst>
                      <a:ext uri="{FF2B5EF4-FFF2-40B4-BE49-F238E27FC236}">
                        <a16:creationId xmlns:a16="http://schemas.microsoft.com/office/drawing/2014/main" id="{90A9DAF0-49BB-53FB-8A22-1F4A574DA6AA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6957770" y="1409102"/>
                    <a:ext cx="1430791" cy="1495831"/>
                  </a:xfrm>
                  <a:prstGeom prst="rtTriangle">
                    <a:avLst/>
                  </a:prstGeom>
                  <a:solidFill>
                    <a:schemeClr val="bg1"/>
                  </a:solidFill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PH"/>
                  </a:p>
                </p:txBody>
              </p:sp>
              <p:sp>
                <p:nvSpPr>
                  <p:cNvPr id="9" name="Right Triangle 8">
                    <a:extLst>
                      <a:ext uri="{FF2B5EF4-FFF2-40B4-BE49-F238E27FC236}">
                        <a16:creationId xmlns:a16="http://schemas.microsoft.com/office/drawing/2014/main" id="{F4EB6681-3EF7-AC16-D8D0-6528211E9766}"/>
                      </a:ext>
                    </a:extLst>
                  </p:cNvPr>
                  <p:cNvSpPr/>
                  <p:nvPr/>
                </p:nvSpPr>
                <p:spPr>
                  <a:xfrm rot="5400000" flipH="1">
                    <a:off x="7067358" y="4042712"/>
                    <a:ext cx="1231491" cy="1515711"/>
                  </a:xfrm>
                  <a:prstGeom prst="rtTriangle">
                    <a:avLst/>
                  </a:prstGeom>
                  <a:solidFill>
                    <a:schemeClr val="bg1"/>
                  </a:solidFill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PH"/>
                  </a:p>
                </p:txBody>
              </p:sp>
            </p:grpSp>
            <p:cxnSp>
              <p:nvCxnSpPr>
                <p:cNvPr id="12" name="Straight Connector 11">
                  <a:extLst>
                    <a:ext uri="{FF2B5EF4-FFF2-40B4-BE49-F238E27FC236}">
                      <a16:creationId xmlns:a16="http://schemas.microsoft.com/office/drawing/2014/main" id="{9B9D54AE-1359-0A13-1B13-DDAF7E829A2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6804205" y="2203212"/>
                  <a:ext cx="1500806" cy="817656"/>
                </a:xfrm>
                <a:prstGeom prst="line">
                  <a:avLst/>
                </a:prstGeom>
                <a:ln w="38100">
                  <a:solidFill>
                    <a:schemeClr val="bg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" name="Straight Connector 12">
                  <a:extLst>
                    <a:ext uri="{FF2B5EF4-FFF2-40B4-BE49-F238E27FC236}">
                      <a16:creationId xmlns:a16="http://schemas.microsoft.com/office/drawing/2014/main" id="{4C6E4155-8E22-55D9-2E47-4ED4F4607A8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798352" y="3545947"/>
                  <a:ext cx="1551380" cy="259718"/>
                </a:xfrm>
                <a:prstGeom prst="line">
                  <a:avLst/>
                </a:prstGeom>
                <a:ln w="38100">
                  <a:solidFill>
                    <a:schemeClr val="bg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" name="Straight Connector 15">
                  <a:extLst>
                    <a:ext uri="{FF2B5EF4-FFF2-40B4-BE49-F238E27FC236}">
                      <a16:creationId xmlns:a16="http://schemas.microsoft.com/office/drawing/2014/main" id="{47AD83C5-D519-3875-2F04-D582916D2A9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6818668" y="2991716"/>
                  <a:ext cx="1506221" cy="284052"/>
                </a:xfrm>
                <a:prstGeom prst="line">
                  <a:avLst/>
                </a:prstGeom>
                <a:ln w="38100">
                  <a:solidFill>
                    <a:schemeClr val="bg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" name="Straight Connector 22">
                  <a:extLst>
                    <a:ext uri="{FF2B5EF4-FFF2-40B4-BE49-F238E27FC236}">
                      <a16:creationId xmlns:a16="http://schemas.microsoft.com/office/drawing/2014/main" id="{1045A46C-C422-6096-F21F-CF648010CE1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305011" y="2203212"/>
                  <a:ext cx="3006583" cy="0"/>
                </a:xfrm>
                <a:prstGeom prst="line">
                  <a:avLst/>
                </a:prstGeom>
                <a:ln w="38100">
                  <a:solidFill>
                    <a:schemeClr val="bg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" name="Straight Connector 25">
                  <a:extLst>
                    <a:ext uri="{FF2B5EF4-FFF2-40B4-BE49-F238E27FC236}">
                      <a16:creationId xmlns:a16="http://schemas.microsoft.com/office/drawing/2014/main" id="{8B0C08F8-0175-5A58-2462-455519337CF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305011" y="2991716"/>
                  <a:ext cx="3006583" cy="0"/>
                </a:xfrm>
                <a:prstGeom prst="line">
                  <a:avLst/>
                </a:prstGeom>
                <a:ln w="38100">
                  <a:solidFill>
                    <a:schemeClr val="bg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" name="Straight Connector 26">
                  <a:extLst>
                    <a:ext uri="{FF2B5EF4-FFF2-40B4-BE49-F238E27FC236}">
                      <a16:creationId xmlns:a16="http://schemas.microsoft.com/office/drawing/2014/main" id="{EFE90420-8E9A-ED81-E56E-813380CB68D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349733" y="3798730"/>
                  <a:ext cx="3006583" cy="0"/>
                </a:xfrm>
                <a:prstGeom prst="line">
                  <a:avLst/>
                </a:prstGeom>
                <a:ln w="38100">
                  <a:solidFill>
                    <a:schemeClr val="bg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" name="Straight Connector 27">
                  <a:extLst>
                    <a:ext uri="{FF2B5EF4-FFF2-40B4-BE49-F238E27FC236}">
                      <a16:creationId xmlns:a16="http://schemas.microsoft.com/office/drawing/2014/main" id="{30E71104-86A4-BC53-68B4-CCDDE2F3BFF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349732" y="4562099"/>
                  <a:ext cx="3006583" cy="0"/>
                </a:xfrm>
                <a:prstGeom prst="line">
                  <a:avLst/>
                </a:prstGeom>
                <a:ln w="38100">
                  <a:solidFill>
                    <a:schemeClr val="bg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" name="Straight Connector 36">
                  <a:extLst>
                    <a:ext uri="{FF2B5EF4-FFF2-40B4-BE49-F238E27FC236}">
                      <a16:creationId xmlns:a16="http://schemas.microsoft.com/office/drawing/2014/main" id="{BEFA967A-AA55-C105-F8D2-6ECA6425919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807489" y="3805665"/>
                  <a:ext cx="1517400" cy="756434"/>
                </a:xfrm>
                <a:prstGeom prst="line">
                  <a:avLst/>
                </a:prstGeom>
                <a:ln w="38100">
                  <a:solidFill>
                    <a:schemeClr val="bg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87D80447-950A-EC15-F906-F70992FC3BFF}"/>
                  </a:ext>
                </a:extLst>
              </p:cNvPr>
              <p:cNvSpPr txBox="1"/>
              <p:nvPr/>
            </p:nvSpPr>
            <p:spPr>
              <a:xfrm>
                <a:off x="7968467" y="1418123"/>
                <a:ext cx="3314238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>
                    <a:solidFill>
                      <a:schemeClr val="accent5">
                        <a:lumMod val="50000"/>
                      </a:schemeClr>
                    </a:solidFill>
                    <a:latin typeface="Futura PT Bold" panose="020B0902020204020203"/>
                  </a:rPr>
                  <a:t>Key considerations during budget review:</a:t>
                </a:r>
                <a:endParaRPr lang="en-PH" b="1">
                  <a:solidFill>
                    <a:schemeClr val="accent5">
                      <a:lumMod val="50000"/>
                    </a:schemeClr>
                  </a:solidFill>
                  <a:latin typeface="Futura PT Bold" panose="020B0902020204020203"/>
                </a:endParaRPr>
              </a:p>
            </p:txBody>
          </p:sp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246ECB34-8AB7-6C5A-7031-2279D1C0A855}"/>
                  </a:ext>
                </a:extLst>
              </p:cNvPr>
              <p:cNvSpPr txBox="1"/>
              <p:nvPr/>
            </p:nvSpPr>
            <p:spPr>
              <a:xfrm>
                <a:off x="8261012" y="2155358"/>
                <a:ext cx="2922476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AutoNum type="arabicParenBoth"/>
                </a:pPr>
                <a:r>
                  <a:rPr lang="en-US" sz="1600" i="1" dirty="0">
                    <a:solidFill>
                      <a:schemeClr val="accent5">
                        <a:lumMod val="50000"/>
                      </a:schemeClr>
                    </a:solidFill>
                  </a:rPr>
                  <a:t>Alignment with agency</a:t>
                </a:r>
              </a:p>
              <a:p>
                <a:r>
                  <a:rPr lang="en-US" sz="1600" i="1" dirty="0">
                    <a:solidFill>
                      <a:schemeClr val="accent5">
                        <a:lumMod val="50000"/>
                      </a:schemeClr>
                    </a:solidFill>
                  </a:rPr>
                  <a:t>       mandates and government</a:t>
                </a:r>
              </a:p>
              <a:p>
                <a:r>
                  <a:rPr lang="en-US" sz="1600" i="1" dirty="0">
                    <a:solidFill>
                      <a:schemeClr val="accent5">
                        <a:lumMod val="50000"/>
                      </a:schemeClr>
                    </a:solidFill>
                  </a:rPr>
                  <a:t>       priorities</a:t>
                </a:r>
                <a:endParaRPr lang="en-PH" sz="1600" i="1" dirty="0">
                  <a:solidFill>
                    <a:schemeClr val="accent5">
                      <a:lumMod val="50000"/>
                    </a:schemeClr>
                  </a:solidFill>
                </a:endParaRPr>
              </a:p>
            </p:txBody>
          </p:sp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A550F37B-FCAB-0DE7-741A-E0D776E2F264}"/>
                  </a:ext>
                </a:extLst>
              </p:cNvPr>
              <p:cNvSpPr txBox="1"/>
              <p:nvPr/>
            </p:nvSpPr>
            <p:spPr>
              <a:xfrm>
                <a:off x="8097432" y="3103652"/>
                <a:ext cx="2922476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600" i="1" dirty="0">
                    <a:solidFill>
                      <a:schemeClr val="accent5">
                        <a:lumMod val="50000"/>
                      </a:schemeClr>
                    </a:solidFill>
                  </a:rPr>
                  <a:t>   (2)  Agency’s absorptive</a:t>
                </a:r>
              </a:p>
              <a:p>
                <a:r>
                  <a:rPr lang="en-US" sz="1600" i="1" dirty="0">
                    <a:solidFill>
                      <a:schemeClr val="accent5">
                        <a:lumMod val="50000"/>
                      </a:schemeClr>
                    </a:solidFill>
                  </a:rPr>
                  <a:t>          capacity</a:t>
                </a:r>
                <a:endParaRPr lang="en-PH" sz="1600" i="1" dirty="0">
                  <a:solidFill>
                    <a:schemeClr val="accent5">
                      <a:lumMod val="50000"/>
                    </a:schemeClr>
                  </a:solidFill>
                </a:endParaRPr>
              </a:p>
            </p:txBody>
          </p:sp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91C4ECC9-CF02-4ACD-C800-9AB12F90BB6E}"/>
                  </a:ext>
                </a:extLst>
              </p:cNvPr>
              <p:cNvSpPr txBox="1"/>
              <p:nvPr/>
            </p:nvSpPr>
            <p:spPr>
              <a:xfrm>
                <a:off x="8232534" y="3899655"/>
                <a:ext cx="2922476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600" i="1" dirty="0">
                    <a:solidFill>
                      <a:schemeClr val="accent5">
                        <a:lumMod val="50000"/>
                      </a:schemeClr>
                    </a:solidFill>
                  </a:rPr>
                  <a:t>(3) Implementation readiness</a:t>
                </a:r>
              </a:p>
              <a:p>
                <a:r>
                  <a:rPr lang="en-US" sz="1600" i="1" dirty="0">
                    <a:solidFill>
                      <a:schemeClr val="accent5">
                        <a:lumMod val="50000"/>
                      </a:schemeClr>
                    </a:solidFill>
                  </a:rPr>
                  <a:t>      of programs and projects</a:t>
                </a:r>
                <a:endParaRPr lang="en-PH" sz="1600" i="1" dirty="0">
                  <a:solidFill>
                    <a:schemeClr val="accent5">
                      <a:lumMod val="50000"/>
                    </a:schemeClr>
                  </a:solidFill>
                </a:endParaRPr>
              </a:p>
            </p:txBody>
          </p:sp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8395CE73-2407-2A30-EB7D-9B57CD947A19}"/>
                  </a:ext>
                </a:extLst>
              </p:cNvPr>
              <p:cNvSpPr txBox="1"/>
              <p:nvPr/>
            </p:nvSpPr>
            <p:spPr>
              <a:xfrm>
                <a:off x="8216535" y="4704682"/>
                <a:ext cx="292247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600" i="1" dirty="0">
                    <a:solidFill>
                      <a:schemeClr val="accent5">
                        <a:lumMod val="50000"/>
                      </a:schemeClr>
                    </a:solidFill>
                  </a:rPr>
                  <a:t>(4) Availability of fiscal space</a:t>
                </a:r>
                <a:endParaRPr lang="en-PH" sz="1600" i="1" dirty="0">
                  <a:solidFill>
                    <a:schemeClr val="accent5">
                      <a:lumMod val="50000"/>
                    </a:schemeClr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8989443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9797FF3-7E8F-ED5D-186B-477A5E6CB2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0848412"/>
              </p:ext>
            </p:extLst>
          </p:nvPr>
        </p:nvGraphicFramePr>
        <p:xfrm>
          <a:off x="434346" y="1388962"/>
          <a:ext cx="7600949" cy="446782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737458">
                  <a:extLst>
                    <a:ext uri="{9D8B030D-6E8A-4147-A177-3AD203B41FA5}">
                      <a16:colId xmlns:a16="http://schemas.microsoft.com/office/drawing/2014/main" val="839433937"/>
                    </a:ext>
                  </a:extLst>
                </a:gridCol>
                <a:gridCol w="3863491">
                  <a:extLst>
                    <a:ext uri="{9D8B030D-6E8A-4147-A177-3AD203B41FA5}">
                      <a16:colId xmlns:a16="http://schemas.microsoft.com/office/drawing/2014/main" val="2662822541"/>
                    </a:ext>
                  </a:extLst>
                </a:gridCol>
              </a:tblGrid>
              <a:tr h="486137"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1600" kern="100">
                          <a:solidFill>
                            <a:schemeClr val="bg1"/>
                          </a:solidFill>
                          <a:effectLst/>
                          <a:latin typeface="Montserrat" panose="00000500000000000000" pitchFamily="2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ORIGINAL TARGETS</a:t>
                      </a:r>
                      <a:r>
                        <a:rPr lang="en-US" sz="1600" b="1" kern="100" baseline="30000">
                          <a:solidFill>
                            <a:schemeClr val="bg1"/>
                          </a:solidFill>
                          <a:effectLst/>
                          <a:latin typeface="Montserrat" pitchFamily="2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1/</a:t>
                      </a:r>
                      <a:endParaRPr lang="en-PH" sz="1600" kern="100">
                        <a:solidFill>
                          <a:schemeClr val="bg1"/>
                        </a:solidFill>
                        <a:effectLst/>
                        <a:latin typeface="Montserrat" panose="00000500000000000000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903" marR="55903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1600" kern="100">
                          <a:solidFill>
                            <a:schemeClr val="bg1"/>
                          </a:solidFill>
                          <a:effectLst/>
                          <a:latin typeface="Montserrat" panose="00000500000000000000" pitchFamily="2" charset="0"/>
                        </a:rPr>
                        <a:t>REVISED TARGETS</a:t>
                      </a:r>
                      <a:r>
                        <a:rPr lang="en-US" sz="1600" b="1" kern="100" baseline="30000">
                          <a:solidFill>
                            <a:schemeClr val="bg1"/>
                          </a:solidFill>
                          <a:effectLst/>
                          <a:latin typeface="Montserrat" pitchFamily="2" charset="0"/>
                          <a:cs typeface="Times New Roman" panose="02020603050405020304" pitchFamily="18" charset="0"/>
                        </a:rPr>
                        <a:t>2/</a:t>
                      </a:r>
                      <a:endParaRPr lang="en-PH" sz="1600" kern="100">
                        <a:solidFill>
                          <a:schemeClr val="bg1"/>
                        </a:solidFill>
                        <a:effectLst/>
                        <a:latin typeface="Montserrat" panose="00000500000000000000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903" marR="55903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A83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3820442"/>
                  </a:ext>
                </a:extLst>
              </a:tr>
              <a:tr h="532435">
                <a:tc>
                  <a:txBody>
                    <a:bodyPr/>
                    <a:lstStyle/>
                    <a:p>
                      <a:pPr marL="0" marR="0" lvl="0" indent="0" algn="ctr">
                        <a:buFont typeface="+mj-lt"/>
                        <a:buNone/>
                      </a:pPr>
                      <a:r>
                        <a:rPr lang="en-US" sz="1600" b="0" kern="100">
                          <a:solidFill>
                            <a:schemeClr val="tx1"/>
                          </a:solidFill>
                          <a:effectLst/>
                          <a:latin typeface="Montserrat" panose="00000500000000000000" pitchFamily="2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6.5 to 7.5% real GDP growth in 2022</a:t>
                      </a:r>
                    </a:p>
                  </a:txBody>
                  <a:tcPr marL="55903" marR="55903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1600" kern="100">
                          <a:solidFill>
                            <a:schemeClr val="tx1"/>
                          </a:solidFill>
                          <a:effectLst/>
                          <a:latin typeface="Montserrat" panose="00000500000000000000" pitchFamily="2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-</a:t>
                      </a:r>
                      <a:endParaRPr lang="en-PH" sz="1600" kern="100">
                        <a:solidFill>
                          <a:schemeClr val="tx1"/>
                        </a:solidFill>
                        <a:effectLst/>
                        <a:latin typeface="Montserrat" panose="00000500000000000000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903" marR="55903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7434943"/>
                  </a:ext>
                </a:extLst>
              </a:tr>
              <a:tr h="694481">
                <a:tc>
                  <a:txBody>
                    <a:bodyPr/>
                    <a:lstStyle/>
                    <a:p>
                      <a:pPr marL="0" marR="0" lvl="0" indent="0" algn="ctr">
                        <a:buFont typeface="+mj-lt"/>
                        <a:buNone/>
                      </a:pPr>
                      <a:r>
                        <a:rPr lang="en-US" sz="1600" b="0" kern="100">
                          <a:solidFill>
                            <a:schemeClr val="tx1"/>
                          </a:solidFill>
                          <a:effectLst/>
                          <a:latin typeface="Montserrat" panose="00000500000000000000" pitchFamily="2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6.5 to 8.0% real GDP growth annually between 2023 to 2028</a:t>
                      </a:r>
                    </a:p>
                  </a:txBody>
                  <a:tcPr marL="55903" marR="55903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1600" b="1" kern="100">
                          <a:solidFill>
                            <a:schemeClr val="tx1"/>
                          </a:solidFill>
                          <a:effectLst/>
                          <a:latin typeface="Montserrat" panose="00000500000000000000" pitchFamily="2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5.5 to 6.5% </a:t>
                      </a:r>
                      <a:r>
                        <a:rPr lang="en-US" sz="1600" kern="100">
                          <a:solidFill>
                            <a:schemeClr val="tx1"/>
                          </a:solidFill>
                          <a:effectLst/>
                          <a:latin typeface="Montserrat" panose="00000500000000000000" pitchFamily="2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in </a:t>
                      </a:r>
                      <a:r>
                        <a:rPr lang="en-US" sz="1600" b="1" kern="100">
                          <a:solidFill>
                            <a:schemeClr val="tx1"/>
                          </a:solidFill>
                          <a:effectLst/>
                          <a:latin typeface="Montserrat" panose="00000500000000000000" pitchFamily="2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2025</a:t>
                      </a:r>
                      <a:br>
                        <a:rPr lang="en-US" sz="1600" kern="100">
                          <a:solidFill>
                            <a:schemeClr val="tx1"/>
                          </a:solidFill>
                          <a:effectLst/>
                          <a:latin typeface="Montserrat" panose="00000500000000000000" pitchFamily="2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</a:br>
                      <a:r>
                        <a:rPr lang="en-US" sz="1600" b="1" kern="100">
                          <a:solidFill>
                            <a:schemeClr val="tx1"/>
                          </a:solidFill>
                          <a:effectLst/>
                          <a:latin typeface="Montserrat" panose="00000500000000000000" pitchFamily="2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6.0 to 7.0% </a:t>
                      </a:r>
                      <a:r>
                        <a:rPr lang="en-US" sz="1600" kern="100">
                          <a:solidFill>
                            <a:schemeClr val="tx1"/>
                          </a:solidFill>
                          <a:effectLst/>
                          <a:latin typeface="Montserrat" panose="00000500000000000000" pitchFamily="2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from </a:t>
                      </a:r>
                      <a:r>
                        <a:rPr lang="en-US" sz="1600" b="1" kern="100">
                          <a:solidFill>
                            <a:schemeClr val="tx1"/>
                          </a:solidFill>
                          <a:effectLst/>
                          <a:latin typeface="Montserrat" panose="00000500000000000000" pitchFamily="2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2026 to 2030</a:t>
                      </a:r>
                    </a:p>
                  </a:txBody>
                  <a:tcPr marL="55903" marR="55903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7823310"/>
                  </a:ext>
                </a:extLst>
              </a:tr>
              <a:tr h="648182">
                <a:tc>
                  <a:txBody>
                    <a:bodyPr/>
                    <a:lstStyle/>
                    <a:p>
                      <a:pPr marL="0" marR="0" lvl="0" indent="0" algn="ctr">
                        <a:buFont typeface="+mj-lt"/>
                        <a:buNone/>
                      </a:pPr>
                      <a:r>
                        <a:rPr lang="en-US" sz="1600" b="0" kern="100">
                          <a:solidFill>
                            <a:schemeClr val="tx1"/>
                          </a:solidFill>
                          <a:effectLst/>
                          <a:latin typeface="Montserrat" panose="00000500000000000000" pitchFamily="2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9.0% (i.e., single digit) poverty rate by 2028</a:t>
                      </a:r>
                    </a:p>
                  </a:txBody>
                  <a:tcPr marL="55903" marR="55903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1600" kern="100">
                          <a:solidFill>
                            <a:schemeClr val="tx1"/>
                          </a:solidFill>
                          <a:effectLst/>
                          <a:latin typeface="Montserrat" panose="00000500000000000000" pitchFamily="2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-same-</a:t>
                      </a:r>
                      <a:endParaRPr lang="en-PH" sz="1600" kern="100">
                        <a:solidFill>
                          <a:schemeClr val="tx1"/>
                        </a:solidFill>
                        <a:effectLst/>
                        <a:latin typeface="Montserrat" panose="00000500000000000000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903" marR="55903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3568492"/>
                  </a:ext>
                </a:extLst>
              </a:tr>
              <a:tr h="555585">
                <a:tc>
                  <a:txBody>
                    <a:bodyPr/>
                    <a:lstStyle/>
                    <a:p>
                      <a:pPr marL="0" marR="0" lvl="0" indent="0" algn="ctr">
                        <a:buFont typeface="+mj-lt"/>
                        <a:buNone/>
                      </a:pPr>
                      <a:r>
                        <a:rPr lang="en-US" sz="1600" b="0" kern="100">
                          <a:solidFill>
                            <a:schemeClr val="tx1"/>
                          </a:solidFill>
                          <a:effectLst/>
                          <a:latin typeface="Montserrat" panose="00000500000000000000" pitchFamily="2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3.0% NG deficit-to-GDP ratio by 2028 </a:t>
                      </a:r>
                    </a:p>
                  </a:txBody>
                  <a:tcPr marL="55903" marR="55903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PH" sz="1600" b="1" kern="100">
                          <a:solidFill>
                            <a:schemeClr val="tx1"/>
                          </a:solidFill>
                          <a:effectLst/>
                          <a:latin typeface="Montserrat" panose="00000500000000000000" pitchFamily="2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3.1% </a:t>
                      </a:r>
                      <a:r>
                        <a:rPr lang="en-US" sz="1600" b="0" kern="100">
                          <a:solidFill>
                            <a:schemeClr val="tx1"/>
                          </a:solidFill>
                          <a:effectLst/>
                          <a:latin typeface="Montserrat" panose="00000500000000000000" pitchFamily="2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NG deficit-to-GDP ratio </a:t>
                      </a:r>
                      <a:r>
                        <a:rPr lang="en-PH" sz="1600" kern="100">
                          <a:solidFill>
                            <a:schemeClr val="tx1"/>
                          </a:solidFill>
                          <a:effectLst/>
                          <a:latin typeface="Montserrat" panose="00000500000000000000" pitchFamily="2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by </a:t>
                      </a:r>
                      <a:r>
                        <a:rPr lang="en-PH" sz="1600" b="1" kern="100">
                          <a:solidFill>
                            <a:schemeClr val="tx1"/>
                          </a:solidFill>
                          <a:effectLst/>
                          <a:latin typeface="Montserrat" panose="00000500000000000000" pitchFamily="2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2030</a:t>
                      </a:r>
                    </a:p>
                  </a:txBody>
                  <a:tcPr marL="55903" marR="55903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3796490"/>
                  </a:ext>
                </a:extLst>
              </a:tr>
              <a:tr h="821803">
                <a:tc>
                  <a:txBody>
                    <a:bodyPr/>
                    <a:lstStyle/>
                    <a:p>
                      <a:pPr marL="0" marR="0" lvl="0" indent="0" algn="ctr">
                        <a:buFont typeface="+mj-lt"/>
                        <a:buNone/>
                      </a:pPr>
                      <a:r>
                        <a:rPr lang="en-US" sz="1600" b="0" kern="100">
                          <a:solidFill>
                            <a:schemeClr val="tx1"/>
                          </a:solidFill>
                          <a:effectLst/>
                          <a:latin typeface="Montserrat" panose="00000500000000000000" pitchFamily="2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Less than 60.0% NG debt-to-GDP ratio by 2025 </a:t>
                      </a:r>
                    </a:p>
                  </a:txBody>
                  <a:tcPr marL="55903" marR="55903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1600" b="1" kern="100">
                          <a:solidFill>
                            <a:schemeClr val="tx1"/>
                          </a:solidFill>
                          <a:effectLst/>
                          <a:latin typeface="Montserrat" panose="00000500000000000000" pitchFamily="2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Less than 60.0% </a:t>
                      </a:r>
                      <a:r>
                        <a:rPr lang="en-US" sz="1600" b="0" kern="100">
                          <a:solidFill>
                            <a:schemeClr val="tx1"/>
                          </a:solidFill>
                          <a:effectLst/>
                          <a:latin typeface="Montserrat" panose="00000500000000000000" pitchFamily="2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NG debt-to-GDP ratio </a:t>
                      </a:r>
                      <a:r>
                        <a:rPr lang="en-US" sz="1600" kern="100">
                          <a:solidFill>
                            <a:schemeClr val="tx1"/>
                          </a:solidFill>
                          <a:effectLst/>
                          <a:latin typeface="Montserrat" panose="00000500000000000000" pitchFamily="2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by </a:t>
                      </a:r>
                      <a:r>
                        <a:rPr lang="en-US" sz="1600" b="1" kern="100">
                          <a:solidFill>
                            <a:schemeClr val="tx1"/>
                          </a:solidFill>
                          <a:effectLst/>
                          <a:latin typeface="Montserrat" panose="00000500000000000000" pitchFamily="2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2029</a:t>
                      </a:r>
                    </a:p>
                  </a:txBody>
                  <a:tcPr marL="55903" marR="55903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8031216"/>
                  </a:ext>
                </a:extLst>
              </a:tr>
              <a:tr h="72920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1600" b="0">
                          <a:solidFill>
                            <a:schemeClr val="tx1"/>
                          </a:solidFill>
                          <a:latin typeface="Montserrat" pitchFamily="2" charset="0"/>
                        </a:rPr>
                        <a:t>At least US$4,256 GNI per capita (attainment of UMIC status)</a:t>
                      </a:r>
                    </a:p>
                  </a:txBody>
                  <a:tcPr marL="55903" marR="55903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1600" b="0">
                          <a:solidFill>
                            <a:schemeClr val="tx1"/>
                          </a:solidFill>
                          <a:latin typeface="Montserrat" pitchFamily="2" charset="0"/>
                        </a:rPr>
                        <a:t>At least </a:t>
                      </a:r>
                      <a:r>
                        <a:rPr lang="en-US" sz="1600" b="1">
                          <a:solidFill>
                            <a:schemeClr val="tx1"/>
                          </a:solidFill>
                          <a:latin typeface="Montserrat" pitchFamily="2" charset="0"/>
                        </a:rPr>
                        <a:t>US$4,496 GNI per capita </a:t>
                      </a:r>
                      <a:r>
                        <a:rPr lang="en-US" sz="1600" b="0">
                          <a:solidFill>
                            <a:schemeClr val="tx1"/>
                          </a:solidFill>
                          <a:latin typeface="Montserrat" pitchFamily="2" charset="0"/>
                        </a:rPr>
                        <a:t>(attainment of UMIC status)</a:t>
                      </a:r>
                      <a:r>
                        <a:rPr lang="en-US" sz="1600" b="0" baseline="30000">
                          <a:solidFill>
                            <a:schemeClr val="tx1"/>
                          </a:solidFill>
                          <a:effectLst/>
                          <a:latin typeface="Montserrat" pitchFamily="2" charset="0"/>
                          <a:cs typeface="Times New Roman" panose="02020603050405020304" pitchFamily="18" charset="0"/>
                        </a:rPr>
                        <a:t>3/</a:t>
                      </a:r>
                      <a:endParaRPr lang="en-PH" sz="1600" kern="100">
                        <a:solidFill>
                          <a:schemeClr val="tx1"/>
                        </a:solidFill>
                        <a:effectLst/>
                        <a:latin typeface="Montserrat" panose="00000500000000000000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903" marR="55903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5110708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0EE45B9-7186-6557-55C2-9800B4721B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4757983"/>
              </p:ext>
            </p:extLst>
          </p:nvPr>
        </p:nvGraphicFramePr>
        <p:xfrm>
          <a:off x="8185780" y="1764814"/>
          <a:ext cx="3571874" cy="38848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1874">
                  <a:extLst>
                    <a:ext uri="{9D8B030D-6E8A-4147-A177-3AD203B41FA5}">
                      <a16:colId xmlns:a16="http://schemas.microsoft.com/office/drawing/2014/main" val="3791747795"/>
                    </a:ext>
                  </a:extLst>
                </a:gridCol>
              </a:tblGrid>
              <a:tr h="3884868">
                <a:tc>
                  <a:txBody>
                    <a:bodyPr/>
                    <a:lstStyle/>
                    <a:p>
                      <a:pPr marL="176213" lvl="0" indent="-176213" algn="l">
                        <a:spcAft>
                          <a:spcPts val="6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>
                          <a:solidFill>
                            <a:schemeClr val="tx1"/>
                          </a:solidFill>
                          <a:latin typeface="Montserrat" pitchFamily="2" charset="0"/>
                        </a:rPr>
                        <a:t>Since its implementation in 2022,</a:t>
                      </a:r>
                      <a:r>
                        <a:rPr lang="en-US" sz="1400" b="1" i="0" u="none">
                          <a:solidFill>
                            <a:schemeClr val="tx1"/>
                          </a:solidFill>
                          <a:latin typeface="Montserrat" pitchFamily="2" charset="0"/>
                        </a:rPr>
                        <a:t> MTFF helped the country achieve macroeconomic stability, a robust and regionally competitive economy, and improved fiscal health</a:t>
                      </a:r>
                    </a:p>
                    <a:p>
                      <a:pPr marL="176213" lvl="0" indent="-176213" algn="l">
                        <a:spcAft>
                          <a:spcPts val="600"/>
                        </a:spcAft>
                        <a:buFont typeface="Arial" panose="020B0604020202020204" pitchFamily="34" charset="0"/>
                        <a:buChar char="•"/>
                      </a:pPr>
                      <a:endParaRPr lang="en-US" sz="600" b="1" i="0" u="none">
                        <a:solidFill>
                          <a:schemeClr val="tx1"/>
                        </a:solidFill>
                        <a:latin typeface="Montserrat" pitchFamily="2" charset="0"/>
                      </a:endParaRPr>
                    </a:p>
                    <a:p>
                      <a:pPr marL="176213" lvl="0" indent="-176213" algn="l">
                        <a:spcAft>
                          <a:spcPts val="6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1" i="0" u="none">
                          <a:solidFill>
                            <a:schemeClr val="tx1"/>
                          </a:solidFill>
                          <a:latin typeface="Montserrat" pitchFamily="2" charset="0"/>
                        </a:rPr>
                        <a:t>Unforeseen headwinds warranted updating of MTFF </a:t>
                      </a:r>
                      <a:r>
                        <a:rPr lang="en-US" sz="1400" b="0" i="0" u="none">
                          <a:solidFill>
                            <a:schemeClr val="tx1"/>
                          </a:solidFill>
                          <a:latin typeface="Montserrat" pitchFamily="2" charset="0"/>
                        </a:rPr>
                        <a:t>to ensure that it remains realistic and supportive of growth</a:t>
                      </a:r>
                    </a:p>
                    <a:p>
                      <a:pPr marL="176213" lvl="0" indent="-176213" algn="l">
                        <a:spcAft>
                          <a:spcPts val="600"/>
                        </a:spcAft>
                        <a:buFont typeface="Arial" panose="020B0604020202020204" pitchFamily="34" charset="0"/>
                        <a:buChar char="•"/>
                      </a:pPr>
                      <a:endParaRPr lang="en-US" sz="600" b="1" i="0" u="none">
                        <a:solidFill>
                          <a:schemeClr val="tx1"/>
                        </a:solidFill>
                        <a:latin typeface="Montserrat" pitchFamily="2" charset="0"/>
                      </a:endParaRPr>
                    </a:p>
                    <a:p>
                      <a:pPr marL="176213" lvl="0" indent="-176213" algn="l">
                        <a:spcAft>
                          <a:spcPts val="6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1" i="0" u="none">
                          <a:solidFill>
                            <a:schemeClr val="tx1"/>
                          </a:solidFill>
                          <a:latin typeface="Montserrat" pitchFamily="2" charset="0"/>
                        </a:rPr>
                        <a:t>The Philippines remains on a steady path towards achieving its macro-fiscal targets in the original MTFF by 2030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3887029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E3CEA511-A904-13D5-7479-2FF69F3212DF}"/>
              </a:ext>
            </a:extLst>
          </p:cNvPr>
          <p:cNvSpPr txBox="1"/>
          <p:nvPr/>
        </p:nvSpPr>
        <p:spPr>
          <a:xfrm>
            <a:off x="434346" y="5856790"/>
            <a:ext cx="547387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Cabin" pitchFamily="2" charset="0"/>
                <a:ea typeface="Tahoma"/>
                <a:cs typeface="Tahoma"/>
                <a:sym typeface="Tahoma"/>
              </a:rPr>
              <a:t>1/ Adopted by Congress through Concurrent Resolution No. 4 dated September 19, 2022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Cabin" pitchFamily="2" charset="0"/>
                <a:ea typeface="Tahoma"/>
                <a:cs typeface="Tahoma"/>
                <a:sym typeface="Tahoma"/>
              </a:rPr>
              <a:t>2/ Medium-Term Fiscal Framework 2022-2030 Midterm Update published on October 2025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Cabin" pitchFamily="2" charset="0"/>
                <a:ea typeface="Tahoma"/>
                <a:cs typeface="Tahoma"/>
                <a:sym typeface="Tahoma"/>
              </a:rPr>
              <a:t>3/ Based on the minimum income threshold for upper-middle income countries using the World Bank Group’s updated country income classifications for Fiscal Year 2026 (July 1, 2025 – June 2026)</a:t>
            </a: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Cabin" pitchFamily="2" charset="0"/>
              <a:ea typeface="Tahoma"/>
              <a:cs typeface="Tahoma"/>
              <a:sym typeface="Tahoma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888380DB-77C9-4EF3-7075-FB3447EA6C56}"/>
              </a:ext>
            </a:extLst>
          </p:cNvPr>
          <p:cNvSpPr txBox="1">
            <a:spLocks/>
          </p:cNvSpPr>
          <p:nvPr/>
        </p:nvSpPr>
        <p:spPr>
          <a:xfrm>
            <a:off x="0" y="400088"/>
            <a:ext cx="12157597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PH" b="1">
                <a:solidFill>
                  <a:srgbClr val="AA8300"/>
                </a:solidFill>
                <a:latin typeface="Futura PT Bold" panose="020B0902020204020203"/>
              </a:rPr>
              <a:t>Medium-Term Fiscal Framework 2022-2030</a:t>
            </a:r>
          </a:p>
        </p:txBody>
      </p:sp>
    </p:spTree>
    <p:extLst>
      <p:ext uri="{BB962C8B-B14F-4D97-AF65-F5344CB8AC3E}">
        <p14:creationId xmlns:p14="http://schemas.microsoft.com/office/powerpoint/2010/main" val="11684477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itle 1">
            <a:extLst>
              <a:ext uri="{FF2B5EF4-FFF2-40B4-BE49-F238E27FC236}">
                <a16:creationId xmlns:a16="http://schemas.microsoft.com/office/drawing/2014/main" id="{F2F9E694-E58B-3495-C342-82D30E9DC95E}"/>
              </a:ext>
            </a:extLst>
          </p:cNvPr>
          <p:cNvSpPr txBox="1">
            <a:spLocks/>
          </p:cNvSpPr>
          <p:nvPr/>
        </p:nvSpPr>
        <p:spPr>
          <a:xfrm>
            <a:off x="42851" y="276772"/>
            <a:ext cx="11938000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PH" sz="4800" b="1">
                <a:solidFill>
                  <a:srgbClr val="E6AF00"/>
                </a:solidFill>
                <a:latin typeface="Futura PT Bold" panose="020B0902020204020203"/>
              </a:rPr>
              <a:t>Expenditure Management Framework</a:t>
            </a:r>
          </a:p>
        </p:txBody>
      </p: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C96EB222-656A-78B9-5412-E386AA9A18BF}"/>
              </a:ext>
            </a:extLst>
          </p:cNvPr>
          <p:cNvGrpSpPr/>
          <p:nvPr/>
        </p:nvGrpSpPr>
        <p:grpSpPr>
          <a:xfrm>
            <a:off x="293670" y="1143213"/>
            <a:ext cx="12491125" cy="4898168"/>
            <a:chOff x="22504" y="1131899"/>
            <a:chExt cx="12491125" cy="4898168"/>
          </a:xfrm>
        </p:grpSpPr>
        <p:grpSp>
          <p:nvGrpSpPr>
            <p:cNvPr id="76" name="Group 75">
              <a:extLst>
                <a:ext uri="{FF2B5EF4-FFF2-40B4-BE49-F238E27FC236}">
                  <a16:creationId xmlns:a16="http://schemas.microsoft.com/office/drawing/2014/main" id="{A88FC110-6CE7-B3DE-E97C-62CD75AD80C4}"/>
                </a:ext>
              </a:extLst>
            </p:cNvPr>
            <p:cNvGrpSpPr/>
            <p:nvPr/>
          </p:nvGrpSpPr>
          <p:grpSpPr>
            <a:xfrm>
              <a:off x="299542" y="3078718"/>
              <a:ext cx="4178926" cy="873502"/>
              <a:chOff x="299542" y="3078718"/>
              <a:chExt cx="4178926" cy="873502"/>
            </a:xfrm>
          </p:grpSpPr>
          <p:cxnSp>
            <p:nvCxnSpPr>
              <p:cNvPr id="72" name="Straight Connector 71">
                <a:extLst>
                  <a:ext uri="{FF2B5EF4-FFF2-40B4-BE49-F238E27FC236}">
                    <a16:creationId xmlns:a16="http://schemas.microsoft.com/office/drawing/2014/main" id="{1B11EE3A-5955-E9F5-F67C-9AC9BE75E8E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53327" y="3448050"/>
                <a:ext cx="4025141" cy="0"/>
              </a:xfrm>
              <a:prstGeom prst="line">
                <a:avLst/>
              </a:prstGeom>
              <a:ln w="38100">
                <a:solidFill>
                  <a:srgbClr val="FFC000"/>
                </a:solidFill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330EECCA-18F4-5E70-FB2D-2E535E0CC7B9}"/>
                  </a:ext>
                </a:extLst>
              </p:cNvPr>
              <p:cNvSpPr txBox="1"/>
              <p:nvPr/>
            </p:nvSpPr>
            <p:spPr>
              <a:xfrm>
                <a:off x="299542" y="3078718"/>
                <a:ext cx="387206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800" b="1">
                    <a:solidFill>
                      <a:srgbClr val="6A6935"/>
                    </a:solidFill>
                    <a:latin typeface="Futura PT Bold" panose="020B0902020204020203"/>
                  </a:rPr>
                  <a:t>Build Better More Program</a:t>
                </a:r>
              </a:p>
            </p:txBody>
          </p:sp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2188BEDD-BC51-39E8-DE99-7ACFB2A0BF9B}"/>
                  </a:ext>
                </a:extLst>
              </p:cNvPr>
              <p:cNvSpPr txBox="1"/>
              <p:nvPr/>
            </p:nvSpPr>
            <p:spPr>
              <a:xfrm>
                <a:off x="611914" y="3429000"/>
                <a:ext cx="321454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400" b="0" i="1">
                    <a:solidFill>
                      <a:srgbClr val="FFC000"/>
                    </a:solidFill>
                    <a:latin typeface="+mn-lt"/>
                  </a:rPr>
                  <a:t>commitment to infrastructure development </a:t>
                </a:r>
                <a:endParaRPr lang="en-PH" sz="1400" i="1">
                  <a:solidFill>
                    <a:srgbClr val="FFC000"/>
                  </a:solidFill>
                </a:endParaRPr>
              </a:p>
            </p:txBody>
          </p:sp>
        </p:grpSp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9D02FE4E-0661-9C0F-FF18-A9D691CF9541}"/>
                </a:ext>
              </a:extLst>
            </p:cNvPr>
            <p:cNvGrpSpPr/>
            <p:nvPr/>
          </p:nvGrpSpPr>
          <p:grpSpPr>
            <a:xfrm>
              <a:off x="5785415" y="1169724"/>
              <a:ext cx="6728214" cy="4834508"/>
              <a:chOff x="5785415" y="1169724"/>
              <a:chExt cx="6728214" cy="4834508"/>
            </a:xfrm>
          </p:grpSpPr>
          <p:grpSp>
            <p:nvGrpSpPr>
              <p:cNvPr id="52" name="Group 51">
                <a:extLst>
                  <a:ext uri="{FF2B5EF4-FFF2-40B4-BE49-F238E27FC236}">
                    <a16:creationId xmlns:a16="http://schemas.microsoft.com/office/drawing/2014/main" id="{AB0AE266-7C53-25BE-B83D-4CC99B960FF3}"/>
                  </a:ext>
                </a:extLst>
              </p:cNvPr>
              <p:cNvGrpSpPr/>
              <p:nvPr/>
            </p:nvGrpSpPr>
            <p:grpSpPr>
              <a:xfrm>
                <a:off x="6618357" y="1169724"/>
                <a:ext cx="4820293" cy="1321543"/>
                <a:chOff x="6618357" y="1169724"/>
                <a:chExt cx="4820293" cy="1321543"/>
              </a:xfrm>
            </p:grpSpPr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0ACA71ED-EE75-238F-35F4-5367DD03B6C6}"/>
                    </a:ext>
                  </a:extLst>
                </p:cNvPr>
                <p:cNvSpPr txBox="1"/>
                <p:nvPr/>
              </p:nvSpPr>
              <p:spPr>
                <a:xfrm>
                  <a:off x="7566590" y="1169724"/>
                  <a:ext cx="3872060" cy="64633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PH" b="1">
                      <a:solidFill>
                        <a:srgbClr val="6A6935"/>
                      </a:solidFill>
                      <a:latin typeface="Futura PT Bold" panose="020B0902020204020203"/>
                    </a:rPr>
                    <a:t>Medium-Term Fiscal Framework 2022-2030 Midterm Update</a:t>
                  </a:r>
                </a:p>
              </p:txBody>
            </p:sp>
            <p:cxnSp>
              <p:nvCxnSpPr>
                <p:cNvPr id="8" name="Straight Connector 7">
                  <a:extLst>
                    <a:ext uri="{FF2B5EF4-FFF2-40B4-BE49-F238E27FC236}">
                      <a16:creationId xmlns:a16="http://schemas.microsoft.com/office/drawing/2014/main" id="{FD0E29DF-6DA0-19AD-FC21-A75B7D67268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6618357" y="1751166"/>
                  <a:ext cx="563493" cy="500128"/>
                </a:xfrm>
                <a:prstGeom prst="line">
                  <a:avLst/>
                </a:prstGeom>
                <a:ln w="38100">
                  <a:solidFill>
                    <a:srgbClr val="FFC000"/>
                  </a:solidFill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" name="Straight Connector 9">
                  <a:extLst>
                    <a:ext uri="{FF2B5EF4-FFF2-40B4-BE49-F238E27FC236}">
                      <a16:creationId xmlns:a16="http://schemas.microsoft.com/office/drawing/2014/main" id="{4030393C-9531-9403-9E65-AD99B3C9289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181850" y="1751166"/>
                  <a:ext cx="3952875" cy="0"/>
                </a:xfrm>
                <a:prstGeom prst="line">
                  <a:avLst/>
                </a:prstGeom>
                <a:ln w="38100">
                  <a:solidFill>
                    <a:srgbClr val="FFC000"/>
                  </a:solidFill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6494AE67-0CAB-5649-1154-AFB0F6E2743C}"/>
                    </a:ext>
                  </a:extLst>
                </p:cNvPr>
                <p:cNvSpPr txBox="1"/>
                <p:nvPr/>
              </p:nvSpPr>
              <p:spPr>
                <a:xfrm>
                  <a:off x="7698368" y="1752603"/>
                  <a:ext cx="3411522" cy="73866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PH" sz="1400" b="0" i="1">
                      <a:solidFill>
                        <a:srgbClr val="FFC000"/>
                      </a:solidFill>
                      <a:latin typeface="+mn-lt"/>
                    </a:rPr>
                    <a:t>reflects the governments commitment to prudent fiscal programming, sound fiscal management</a:t>
                  </a:r>
                  <a:endParaRPr lang="en-PH" sz="1400" i="1">
                    <a:solidFill>
                      <a:srgbClr val="FFC000"/>
                    </a:solidFill>
                  </a:endParaRPr>
                </a:p>
              </p:txBody>
            </p:sp>
          </p:grpSp>
          <p:grpSp>
            <p:nvGrpSpPr>
              <p:cNvPr id="53" name="Group 52">
                <a:extLst>
                  <a:ext uri="{FF2B5EF4-FFF2-40B4-BE49-F238E27FC236}">
                    <a16:creationId xmlns:a16="http://schemas.microsoft.com/office/drawing/2014/main" id="{A49F7177-70F8-7EB9-12BC-3BC610248607}"/>
                  </a:ext>
                </a:extLst>
              </p:cNvPr>
              <p:cNvGrpSpPr/>
              <p:nvPr/>
            </p:nvGrpSpPr>
            <p:grpSpPr>
              <a:xfrm>
                <a:off x="7267499" y="2935308"/>
                <a:ext cx="4347300" cy="913583"/>
                <a:chOff x="7267499" y="2935308"/>
                <a:chExt cx="4347300" cy="913583"/>
              </a:xfrm>
            </p:grpSpPr>
            <p:cxnSp>
              <p:nvCxnSpPr>
                <p:cNvPr id="15" name="Straight Connector 14">
                  <a:extLst>
                    <a:ext uri="{FF2B5EF4-FFF2-40B4-BE49-F238E27FC236}">
                      <a16:creationId xmlns:a16="http://schemas.microsoft.com/office/drawing/2014/main" id="{AED722A7-9342-59FD-71A5-19778C54D4B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267499" y="3288211"/>
                  <a:ext cx="3950705" cy="0"/>
                </a:xfrm>
                <a:prstGeom prst="line">
                  <a:avLst/>
                </a:prstGeom>
                <a:ln w="38100">
                  <a:solidFill>
                    <a:srgbClr val="FFC000"/>
                  </a:solidFill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B2E18BCA-D2FE-636A-A496-DEC3759676E5}"/>
                    </a:ext>
                  </a:extLst>
                </p:cNvPr>
                <p:cNvSpPr txBox="1"/>
                <p:nvPr/>
              </p:nvSpPr>
              <p:spPr>
                <a:xfrm>
                  <a:off x="7742739" y="2935308"/>
                  <a:ext cx="3872060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PH" b="1">
                      <a:solidFill>
                        <a:srgbClr val="6A6935"/>
                      </a:solidFill>
                      <a:latin typeface="Futura PT Bold" panose="020B0902020204020203"/>
                    </a:rPr>
                    <a:t>Digitalization efforts</a:t>
                  </a:r>
                </a:p>
              </p:txBody>
            </p:sp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C5624BC7-F37C-BDFD-E2F9-A4DF1D50B9D5}"/>
                    </a:ext>
                  </a:extLst>
                </p:cNvPr>
                <p:cNvSpPr txBox="1"/>
                <p:nvPr/>
              </p:nvSpPr>
              <p:spPr>
                <a:xfrm>
                  <a:off x="7895350" y="3325671"/>
                  <a:ext cx="3322780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US" sz="1400" b="0" i="1">
                      <a:solidFill>
                        <a:srgbClr val="FFC000"/>
                      </a:solidFill>
                      <a:latin typeface="+mn-lt"/>
                    </a:rPr>
                    <a:t>promote a more transparent, accountable, and efficient bureaucracy</a:t>
                  </a:r>
                  <a:endParaRPr lang="en-PH" sz="1400" i="1">
                    <a:solidFill>
                      <a:srgbClr val="FFC000"/>
                    </a:solidFill>
                  </a:endParaRPr>
                </a:p>
              </p:txBody>
            </p:sp>
          </p:grpSp>
          <p:grpSp>
            <p:nvGrpSpPr>
              <p:cNvPr id="54" name="Group 53">
                <a:extLst>
                  <a:ext uri="{FF2B5EF4-FFF2-40B4-BE49-F238E27FC236}">
                    <a16:creationId xmlns:a16="http://schemas.microsoft.com/office/drawing/2014/main" id="{63685354-DA90-6027-808F-B284D8FBE65D}"/>
                  </a:ext>
                </a:extLst>
              </p:cNvPr>
              <p:cNvGrpSpPr/>
              <p:nvPr/>
            </p:nvGrpSpPr>
            <p:grpSpPr>
              <a:xfrm>
                <a:off x="6786658" y="4239227"/>
                <a:ext cx="4516048" cy="651973"/>
                <a:chOff x="6786658" y="4239227"/>
                <a:chExt cx="4516048" cy="651973"/>
              </a:xfrm>
            </p:grpSpPr>
            <p:cxnSp>
              <p:nvCxnSpPr>
                <p:cNvPr id="19" name="Straight Connector 18">
                  <a:extLst>
                    <a:ext uri="{FF2B5EF4-FFF2-40B4-BE49-F238E27FC236}">
                      <a16:creationId xmlns:a16="http://schemas.microsoft.com/office/drawing/2014/main" id="{C34D27C7-AA0D-2C4F-63D0-0E8548A1969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786658" y="4590515"/>
                  <a:ext cx="4431472" cy="0"/>
                </a:xfrm>
                <a:prstGeom prst="line">
                  <a:avLst/>
                </a:prstGeom>
                <a:ln w="38100">
                  <a:solidFill>
                    <a:srgbClr val="FFC000"/>
                  </a:solidFill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541BBC0B-F4EF-1203-BEFC-38D58F2639F5}"/>
                    </a:ext>
                  </a:extLst>
                </p:cNvPr>
                <p:cNvSpPr txBox="1"/>
                <p:nvPr/>
              </p:nvSpPr>
              <p:spPr>
                <a:xfrm>
                  <a:off x="7430646" y="4239227"/>
                  <a:ext cx="3872060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PH" sz="1800" b="1">
                      <a:solidFill>
                        <a:srgbClr val="6A6935"/>
                      </a:solidFill>
                      <a:latin typeface="Futura PT Bold" panose="020B0902020204020203"/>
                    </a:rPr>
                    <a:t>LGU capacity-building programs</a:t>
                  </a:r>
                </a:p>
              </p:txBody>
            </p:sp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CA1C7931-78F3-FDF4-CB1D-A2B9F36F00E4}"/>
                    </a:ext>
                  </a:extLst>
                </p:cNvPr>
                <p:cNvSpPr txBox="1"/>
                <p:nvPr/>
              </p:nvSpPr>
              <p:spPr>
                <a:xfrm>
                  <a:off x="7698368" y="4583423"/>
                  <a:ext cx="3519762" cy="30777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US" sz="1400" b="0" i="1">
                      <a:solidFill>
                        <a:srgbClr val="FFC000"/>
                      </a:solidFill>
                      <a:latin typeface="+mn-lt"/>
                    </a:rPr>
                    <a:t>enable LGUs to assume devolved functions </a:t>
                  </a:r>
                  <a:endParaRPr lang="en-PH" sz="1400" i="1">
                    <a:solidFill>
                      <a:srgbClr val="FFC000"/>
                    </a:solidFill>
                  </a:endParaRPr>
                </a:p>
              </p:txBody>
            </p:sp>
          </p:grpSp>
          <p:grpSp>
            <p:nvGrpSpPr>
              <p:cNvPr id="55" name="Group 54">
                <a:extLst>
                  <a:ext uri="{FF2B5EF4-FFF2-40B4-BE49-F238E27FC236}">
                    <a16:creationId xmlns:a16="http://schemas.microsoft.com/office/drawing/2014/main" id="{64FA0419-41E3-FDF7-712D-9C2E1147AFB2}"/>
                  </a:ext>
                </a:extLst>
              </p:cNvPr>
              <p:cNvGrpSpPr/>
              <p:nvPr/>
            </p:nvGrpSpPr>
            <p:grpSpPr>
              <a:xfrm>
                <a:off x="5785415" y="4826193"/>
                <a:ext cx="6728214" cy="1178039"/>
                <a:chOff x="5785415" y="4826193"/>
                <a:chExt cx="6728214" cy="1178039"/>
              </a:xfrm>
            </p:grpSpPr>
            <p:cxnSp>
              <p:nvCxnSpPr>
                <p:cNvPr id="46" name="Straight Connector 45">
                  <a:extLst>
                    <a:ext uri="{FF2B5EF4-FFF2-40B4-BE49-F238E27FC236}">
                      <a16:creationId xmlns:a16="http://schemas.microsoft.com/office/drawing/2014/main" id="{91AF10A1-FD88-854C-E4E8-EF9A08B5C26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785415" y="4826193"/>
                  <a:ext cx="0" cy="695325"/>
                </a:xfrm>
                <a:prstGeom prst="line">
                  <a:avLst/>
                </a:prstGeom>
                <a:ln w="38100">
                  <a:solidFill>
                    <a:srgbClr val="FFC000"/>
                  </a:solidFill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4" name="Straight Connector 43">
                  <a:extLst>
                    <a:ext uri="{FF2B5EF4-FFF2-40B4-BE49-F238E27FC236}">
                      <a16:creationId xmlns:a16="http://schemas.microsoft.com/office/drawing/2014/main" id="{40F8B3CE-4AA0-9FD7-BB49-108AC997A92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800450" y="5488538"/>
                  <a:ext cx="5517291" cy="0"/>
                </a:xfrm>
                <a:prstGeom prst="line">
                  <a:avLst/>
                </a:prstGeom>
                <a:ln w="38100">
                  <a:solidFill>
                    <a:srgbClr val="FFC000"/>
                  </a:solidFill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229C367C-D731-DAC5-E391-1D8BBD2FE972}"/>
                    </a:ext>
                  </a:extLst>
                </p:cNvPr>
                <p:cNvSpPr txBox="1"/>
                <p:nvPr/>
              </p:nvSpPr>
              <p:spPr>
                <a:xfrm>
                  <a:off x="5870350" y="5133205"/>
                  <a:ext cx="6643279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US" sz="1800" b="1">
                      <a:solidFill>
                        <a:srgbClr val="6A6935"/>
                      </a:solidFill>
                      <a:latin typeface="Futura PT Bold" panose="020B0902020204020203"/>
                    </a:rPr>
                    <a:t>Implementation of EO 103 s. 2025</a:t>
                  </a:r>
                </a:p>
              </p:txBody>
            </p:sp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4133C9CA-E45A-11E9-5901-1150D1327FB6}"/>
                    </a:ext>
                  </a:extLst>
                </p:cNvPr>
                <p:cNvSpPr txBox="1"/>
                <p:nvPr/>
              </p:nvSpPr>
              <p:spPr>
                <a:xfrm>
                  <a:off x="7439030" y="5481012"/>
                  <a:ext cx="3695695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US" sz="1400" b="0" i="1">
                      <a:solidFill>
                        <a:srgbClr val="FFC000"/>
                      </a:solidFill>
                      <a:latin typeface="+mn-lt"/>
                    </a:rPr>
                    <a:t>LGUs are recognized as the primary providers of direct service delivery to their constituents</a:t>
                  </a:r>
                  <a:endParaRPr lang="en-PH" sz="1400" i="1">
                    <a:solidFill>
                      <a:srgbClr val="FFC000"/>
                    </a:solidFill>
                  </a:endParaRPr>
                </a:p>
              </p:txBody>
            </p:sp>
          </p:grpSp>
        </p:grpSp>
        <p:grpSp>
          <p:nvGrpSpPr>
            <p:cNvPr id="71" name="Group 70">
              <a:extLst>
                <a:ext uri="{FF2B5EF4-FFF2-40B4-BE49-F238E27FC236}">
                  <a16:creationId xmlns:a16="http://schemas.microsoft.com/office/drawing/2014/main" id="{B0DD814D-22A2-1EA8-C937-5A1423D61FF6}"/>
                </a:ext>
              </a:extLst>
            </p:cNvPr>
            <p:cNvGrpSpPr/>
            <p:nvPr/>
          </p:nvGrpSpPr>
          <p:grpSpPr>
            <a:xfrm>
              <a:off x="453327" y="1131899"/>
              <a:ext cx="4502917" cy="1138445"/>
              <a:chOff x="453327" y="1112849"/>
              <a:chExt cx="4502917" cy="1138445"/>
            </a:xfrm>
          </p:grpSpPr>
          <p:grpSp>
            <p:nvGrpSpPr>
              <p:cNvPr id="67" name="Group 66">
                <a:extLst>
                  <a:ext uri="{FF2B5EF4-FFF2-40B4-BE49-F238E27FC236}">
                    <a16:creationId xmlns:a16="http://schemas.microsoft.com/office/drawing/2014/main" id="{72F14CDE-6D87-5E44-687E-5A70DF32E07B}"/>
                  </a:ext>
                </a:extLst>
              </p:cNvPr>
              <p:cNvGrpSpPr/>
              <p:nvPr/>
            </p:nvGrpSpPr>
            <p:grpSpPr>
              <a:xfrm>
                <a:off x="611914" y="1718260"/>
                <a:ext cx="4344330" cy="533034"/>
                <a:chOff x="611914" y="1718260"/>
                <a:chExt cx="4344330" cy="533034"/>
              </a:xfrm>
            </p:grpSpPr>
            <p:cxnSp>
              <p:nvCxnSpPr>
                <p:cNvPr id="57" name="Straight Connector 56">
                  <a:extLst>
                    <a:ext uri="{FF2B5EF4-FFF2-40B4-BE49-F238E27FC236}">
                      <a16:creationId xmlns:a16="http://schemas.microsoft.com/office/drawing/2014/main" id="{F5586C50-62FB-8451-89D0-32F058E56C6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511242" y="1732568"/>
                  <a:ext cx="445002" cy="518726"/>
                </a:xfrm>
                <a:prstGeom prst="line">
                  <a:avLst/>
                </a:prstGeom>
                <a:ln w="38100">
                  <a:solidFill>
                    <a:srgbClr val="FFC000"/>
                  </a:solidFill>
                </a:ln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0" name="Straight Connector 59">
                  <a:extLst>
                    <a:ext uri="{FF2B5EF4-FFF2-40B4-BE49-F238E27FC236}">
                      <a16:creationId xmlns:a16="http://schemas.microsoft.com/office/drawing/2014/main" id="{B2E8980E-D361-EBDB-3BF9-0FFF5A3402A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11914" y="1718260"/>
                  <a:ext cx="3899328" cy="24325"/>
                </a:xfrm>
                <a:prstGeom prst="line">
                  <a:avLst/>
                </a:prstGeom>
                <a:ln w="38100">
                  <a:solidFill>
                    <a:srgbClr val="FFC000"/>
                  </a:solidFill>
                </a:ln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DEDA691E-1CD2-AED2-F4DD-B950DDFC3F0F}"/>
                  </a:ext>
                </a:extLst>
              </p:cNvPr>
              <p:cNvSpPr txBox="1"/>
              <p:nvPr/>
            </p:nvSpPr>
            <p:spPr>
              <a:xfrm>
                <a:off x="453327" y="1112849"/>
                <a:ext cx="3872060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800" b="1">
                    <a:solidFill>
                      <a:srgbClr val="6A6935"/>
                    </a:solidFill>
                    <a:latin typeface="Futura PT Bold" panose="020B0902020204020203"/>
                  </a:rPr>
                  <a:t>Philippine Development Plan Midterm Update  2023-2028</a:t>
                </a:r>
              </a:p>
            </p:txBody>
          </p:sp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7435273E-7D6F-029A-F7E0-55729BFF75BE}"/>
                  </a:ext>
                </a:extLst>
              </p:cNvPr>
              <p:cNvSpPr txBox="1"/>
              <p:nvPr/>
            </p:nvSpPr>
            <p:spPr>
              <a:xfrm>
                <a:off x="458821" y="1687809"/>
                <a:ext cx="3957417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400" b="0" i="1">
                    <a:solidFill>
                      <a:srgbClr val="FFC000"/>
                    </a:solidFill>
                    <a:latin typeface="+mn-lt"/>
                  </a:rPr>
                  <a:t>serves as a roadmap leading toward achieving the Agenda for Prosperity in the Bagong Pilipinas</a:t>
                </a:r>
                <a:endParaRPr lang="en-PH" sz="1400" i="1">
                  <a:solidFill>
                    <a:srgbClr val="FFC000"/>
                  </a:solidFill>
                </a:endParaRPr>
              </a:p>
            </p:txBody>
          </p:sp>
        </p:grpSp>
        <p:grpSp>
          <p:nvGrpSpPr>
            <p:cNvPr id="99" name="Group 98">
              <a:extLst>
                <a:ext uri="{FF2B5EF4-FFF2-40B4-BE49-F238E27FC236}">
                  <a16:creationId xmlns:a16="http://schemas.microsoft.com/office/drawing/2014/main" id="{17B11B89-1310-CAB4-394B-42577D9B64D0}"/>
                </a:ext>
              </a:extLst>
            </p:cNvPr>
            <p:cNvGrpSpPr/>
            <p:nvPr/>
          </p:nvGrpSpPr>
          <p:grpSpPr>
            <a:xfrm>
              <a:off x="22504" y="4423893"/>
              <a:ext cx="4929638" cy="1606174"/>
              <a:chOff x="22504" y="4423893"/>
              <a:chExt cx="4929638" cy="1606174"/>
            </a:xfrm>
          </p:grpSpPr>
          <p:grpSp>
            <p:nvGrpSpPr>
              <p:cNvPr id="87" name="Group 86">
                <a:extLst>
                  <a:ext uri="{FF2B5EF4-FFF2-40B4-BE49-F238E27FC236}">
                    <a16:creationId xmlns:a16="http://schemas.microsoft.com/office/drawing/2014/main" id="{9270701D-0FFE-E4CC-1104-08B5629B41E8}"/>
                  </a:ext>
                </a:extLst>
              </p:cNvPr>
              <p:cNvGrpSpPr/>
              <p:nvPr/>
            </p:nvGrpSpPr>
            <p:grpSpPr>
              <a:xfrm>
                <a:off x="453327" y="4423893"/>
                <a:ext cx="4498815" cy="1052321"/>
                <a:chOff x="453327" y="4423893"/>
                <a:chExt cx="4498815" cy="1052321"/>
              </a:xfrm>
            </p:grpSpPr>
            <p:cxnSp>
              <p:nvCxnSpPr>
                <p:cNvPr id="77" name="Straight Connector 76">
                  <a:extLst>
                    <a:ext uri="{FF2B5EF4-FFF2-40B4-BE49-F238E27FC236}">
                      <a16:creationId xmlns:a16="http://schemas.microsoft.com/office/drawing/2014/main" id="{142EF588-82EF-4996-6A0E-D5A8CB56EC9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067792" y="4423893"/>
                  <a:ext cx="884350" cy="1052321"/>
                </a:xfrm>
                <a:prstGeom prst="line">
                  <a:avLst/>
                </a:prstGeom>
                <a:ln w="57150">
                  <a:solidFill>
                    <a:srgbClr val="FFC000"/>
                  </a:solidFill>
                </a:ln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4" name="Straight Connector 83">
                  <a:extLst>
                    <a:ext uri="{FF2B5EF4-FFF2-40B4-BE49-F238E27FC236}">
                      <a16:creationId xmlns:a16="http://schemas.microsoft.com/office/drawing/2014/main" id="{7288204E-675C-B6BC-6F42-008A84E3589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53327" y="5476214"/>
                  <a:ext cx="3643081" cy="0"/>
                </a:xfrm>
                <a:prstGeom prst="line">
                  <a:avLst/>
                </a:prstGeom>
                <a:ln w="57150">
                  <a:solidFill>
                    <a:srgbClr val="FFC000"/>
                  </a:solidFill>
                </a:ln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5C90589C-0AB9-0557-7CE7-84498ADE615D}"/>
                  </a:ext>
                </a:extLst>
              </p:cNvPr>
              <p:cNvSpPr txBox="1"/>
              <p:nvPr/>
            </p:nvSpPr>
            <p:spPr>
              <a:xfrm>
                <a:off x="338837" y="4845199"/>
                <a:ext cx="3872060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800" b="1">
                    <a:solidFill>
                      <a:srgbClr val="6A6935"/>
                    </a:solidFill>
                    <a:latin typeface="Futura PT Bold" panose="020B0902020204020203"/>
                  </a:rPr>
                  <a:t>Harmonization of Regional Plans with National Priorities</a:t>
                </a:r>
              </a:p>
            </p:txBody>
          </p:sp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F78E1D23-5924-3B94-1FAA-2AF58924C32F}"/>
                  </a:ext>
                </a:extLst>
              </p:cNvPr>
              <p:cNvSpPr txBox="1"/>
              <p:nvPr/>
            </p:nvSpPr>
            <p:spPr>
              <a:xfrm>
                <a:off x="22504" y="5506847"/>
                <a:ext cx="4541493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400" b="0" i="1">
                    <a:solidFill>
                      <a:srgbClr val="FFC000"/>
                    </a:solidFill>
                    <a:latin typeface="+mn-lt"/>
                  </a:rPr>
                  <a:t>enhance planning and budgeting linkages to achieve equitable regional investment opportunities and growth</a:t>
                </a:r>
                <a:endParaRPr lang="en-PH" sz="1400" i="1">
                  <a:solidFill>
                    <a:srgbClr val="FFC000"/>
                  </a:solidFill>
                </a:endParaRPr>
              </a:p>
            </p:txBody>
          </p:sp>
        </p:grpSp>
        <p:graphicFrame>
          <p:nvGraphicFramePr>
            <p:cNvPr id="4" name="Chart 3">
              <a:extLst>
                <a:ext uri="{FF2B5EF4-FFF2-40B4-BE49-F238E27FC236}">
                  <a16:creationId xmlns:a16="http://schemas.microsoft.com/office/drawing/2014/main" id="{CF0A62E2-6C39-A2E9-17B3-5AAFFCF8738D}"/>
                </a:ext>
              </a:extLst>
            </p:cNvPr>
            <p:cNvGraphicFramePr/>
            <p:nvPr/>
          </p:nvGraphicFramePr>
          <p:xfrm>
            <a:off x="3294131" y="1752603"/>
            <a:ext cx="5133542" cy="3754244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3"/>
            </a:graphicData>
          </a:graphic>
        </p:graphicFrame>
      </p:grpSp>
      <p:pic>
        <p:nvPicPr>
          <p:cNvPr id="110" name="Picture 109">
            <a:extLst>
              <a:ext uri="{FF2B5EF4-FFF2-40B4-BE49-F238E27FC236}">
                <a16:creationId xmlns:a16="http://schemas.microsoft.com/office/drawing/2014/main" id="{968E4614-CE78-BB4A-4700-4A8AAB8C3D48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 flipH="1">
            <a:off x="4827373" y="4308049"/>
            <a:ext cx="644136" cy="483102"/>
          </a:xfrm>
          <a:prstGeom prst="rect">
            <a:avLst/>
          </a:prstGeom>
        </p:spPr>
      </p:pic>
      <p:pic>
        <p:nvPicPr>
          <p:cNvPr id="112" name="Graphic 111" descr="City with solid fill">
            <a:extLst>
              <a:ext uri="{FF2B5EF4-FFF2-40B4-BE49-F238E27FC236}">
                <a16:creationId xmlns:a16="http://schemas.microsoft.com/office/drawing/2014/main" id="{C83224A7-AD57-A4A1-11EA-E68943B4FDB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521375" y="3124484"/>
            <a:ext cx="610807" cy="610807"/>
          </a:xfrm>
          <a:prstGeom prst="rect">
            <a:avLst/>
          </a:prstGeom>
        </p:spPr>
      </p:pic>
      <p:pic>
        <p:nvPicPr>
          <p:cNvPr id="114" name="Graphic 113" descr="Cell Tower with solid fill">
            <a:extLst>
              <a:ext uri="{FF2B5EF4-FFF2-40B4-BE49-F238E27FC236}">
                <a16:creationId xmlns:a16="http://schemas.microsoft.com/office/drawing/2014/main" id="{AF21D460-1562-CE97-9A17-1D61C3B9C25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022922" y="3035965"/>
            <a:ext cx="640693" cy="640693"/>
          </a:xfrm>
          <a:prstGeom prst="rect">
            <a:avLst/>
          </a:prstGeom>
        </p:spPr>
      </p:pic>
      <p:pic>
        <p:nvPicPr>
          <p:cNvPr id="116" name="Graphic 115" descr="Cycle with people with solid fill">
            <a:extLst>
              <a:ext uri="{FF2B5EF4-FFF2-40B4-BE49-F238E27FC236}">
                <a16:creationId xmlns:a16="http://schemas.microsoft.com/office/drawing/2014/main" id="{BF4C987D-DB6B-ADB9-A015-94C441A4086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763027" y="4582779"/>
            <a:ext cx="760294" cy="720115"/>
          </a:xfrm>
          <a:prstGeom prst="rect">
            <a:avLst/>
          </a:prstGeom>
        </p:spPr>
      </p:pic>
      <p:pic>
        <p:nvPicPr>
          <p:cNvPr id="120" name="Graphic 119" descr="Business Growth with solid fill">
            <a:extLst>
              <a:ext uri="{FF2B5EF4-FFF2-40B4-BE49-F238E27FC236}">
                <a16:creationId xmlns:a16="http://schemas.microsoft.com/office/drawing/2014/main" id="{547A8530-C0A0-10F4-1880-3CED244037F8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291736" y="2189893"/>
            <a:ext cx="720115" cy="720115"/>
          </a:xfrm>
          <a:prstGeom prst="rect">
            <a:avLst/>
          </a:prstGeom>
        </p:spPr>
      </p:pic>
      <p:pic>
        <p:nvPicPr>
          <p:cNvPr id="126" name="Graphic 125" descr="Clipboard Checked with solid fill">
            <a:extLst>
              <a:ext uri="{FF2B5EF4-FFF2-40B4-BE49-F238E27FC236}">
                <a16:creationId xmlns:a16="http://schemas.microsoft.com/office/drawing/2014/main" id="{4F62E37A-93AA-A818-E503-D6B6B62CEA8A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418673" y="2170843"/>
            <a:ext cx="608472" cy="608472"/>
          </a:xfrm>
          <a:prstGeom prst="rect">
            <a:avLst/>
          </a:prstGeom>
        </p:spPr>
      </p:pic>
      <p:pic>
        <p:nvPicPr>
          <p:cNvPr id="128" name="Graphic 127" descr="Court with solid fill">
            <a:extLst>
              <a:ext uri="{FF2B5EF4-FFF2-40B4-BE49-F238E27FC236}">
                <a16:creationId xmlns:a16="http://schemas.microsoft.com/office/drawing/2014/main" id="{6A0B13A1-829E-9F06-2E56-C4B9CAE56E1A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835628" y="4131385"/>
            <a:ext cx="553876" cy="553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22625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itle 1">
            <a:extLst>
              <a:ext uri="{FF2B5EF4-FFF2-40B4-BE49-F238E27FC236}">
                <a16:creationId xmlns:a16="http://schemas.microsoft.com/office/drawing/2014/main" id="{8D10DFFB-3D11-15D5-C80D-0CD4C162DC46}"/>
              </a:ext>
            </a:extLst>
          </p:cNvPr>
          <p:cNvSpPr txBox="1">
            <a:spLocks/>
          </p:cNvSpPr>
          <p:nvPr/>
        </p:nvSpPr>
        <p:spPr>
          <a:xfrm>
            <a:off x="42851" y="276772"/>
            <a:ext cx="11938000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PH" b="1">
                <a:solidFill>
                  <a:srgbClr val="E6AF00"/>
                </a:solidFill>
                <a:latin typeface="Futura PT Bold" panose="020B0902020204020203"/>
              </a:rPr>
              <a:t>Expenditure Management Framework </a:t>
            </a:r>
            <a:r>
              <a:rPr lang="en-PH" sz="3200" b="1" i="1">
                <a:solidFill>
                  <a:srgbClr val="E6AF00"/>
                </a:solidFill>
                <a:latin typeface="Futura PT Bold" panose="020B0902020204020203"/>
              </a:rPr>
              <a:t>cont.</a:t>
            </a:r>
            <a:endParaRPr lang="en-PH" b="1" i="1">
              <a:solidFill>
                <a:srgbClr val="E6AF00"/>
              </a:solidFill>
              <a:latin typeface="Futura PT Bold" panose="020B0902020204020203"/>
            </a:endParaRP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60BD65B8-27BE-9518-12FF-615DA4B3FC99}"/>
              </a:ext>
            </a:extLst>
          </p:cNvPr>
          <p:cNvGrpSpPr/>
          <p:nvPr/>
        </p:nvGrpSpPr>
        <p:grpSpPr>
          <a:xfrm>
            <a:off x="4967287" y="1228726"/>
            <a:ext cx="1414463" cy="5238751"/>
            <a:chOff x="4681537" y="1495426"/>
            <a:chExt cx="1414463" cy="5238751"/>
          </a:xfrm>
        </p:grpSpPr>
        <p:sp>
          <p:nvSpPr>
            <p:cNvPr id="25" name="Flowchart: Delay 24">
              <a:extLst>
                <a:ext uri="{FF2B5EF4-FFF2-40B4-BE49-F238E27FC236}">
                  <a16:creationId xmlns:a16="http://schemas.microsoft.com/office/drawing/2014/main" id="{77516172-C8EF-ECD1-E9A9-6A4A21AB4815}"/>
                </a:ext>
              </a:extLst>
            </p:cNvPr>
            <p:cNvSpPr/>
            <p:nvPr/>
          </p:nvSpPr>
          <p:spPr>
            <a:xfrm>
              <a:off x="5172075" y="3590926"/>
              <a:ext cx="923925" cy="1047750"/>
            </a:xfrm>
            <a:prstGeom prst="flowChartDelay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/>
            </a:p>
          </p:txBody>
        </p:sp>
        <p:sp>
          <p:nvSpPr>
            <p:cNvPr id="26" name="Flowchart: Delay 25">
              <a:extLst>
                <a:ext uri="{FF2B5EF4-FFF2-40B4-BE49-F238E27FC236}">
                  <a16:creationId xmlns:a16="http://schemas.microsoft.com/office/drawing/2014/main" id="{8D985622-0AAD-C36F-C59E-9CF2410D31DA}"/>
                </a:ext>
              </a:extLst>
            </p:cNvPr>
            <p:cNvSpPr/>
            <p:nvPr/>
          </p:nvSpPr>
          <p:spPr>
            <a:xfrm rot="10800000">
              <a:off x="4710112" y="4638677"/>
              <a:ext cx="923925" cy="1047750"/>
            </a:xfrm>
            <a:prstGeom prst="flowChartDelay">
              <a:avLst/>
            </a:prstGeom>
            <a:solidFill>
              <a:srgbClr val="E6AF00"/>
            </a:solidFill>
            <a:ln>
              <a:solidFill>
                <a:srgbClr val="E6AF00"/>
              </a:solidFill>
            </a:ln>
            <a:effectLst>
              <a:outerShdw blurRad="50800" dist="38100" dir="10800000" algn="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/>
            </a:p>
          </p:txBody>
        </p:sp>
        <p:sp>
          <p:nvSpPr>
            <p:cNvPr id="27" name="Flowchart: Delay 26">
              <a:extLst>
                <a:ext uri="{FF2B5EF4-FFF2-40B4-BE49-F238E27FC236}">
                  <a16:creationId xmlns:a16="http://schemas.microsoft.com/office/drawing/2014/main" id="{486E4F49-A973-52D6-4070-2ED78B1E166E}"/>
                </a:ext>
              </a:extLst>
            </p:cNvPr>
            <p:cNvSpPr/>
            <p:nvPr/>
          </p:nvSpPr>
          <p:spPr>
            <a:xfrm>
              <a:off x="5143499" y="5686427"/>
              <a:ext cx="923925" cy="1047750"/>
            </a:xfrm>
            <a:prstGeom prst="flowChartDelay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/>
            </a:p>
          </p:txBody>
        </p:sp>
        <p:sp>
          <p:nvSpPr>
            <p:cNvPr id="29" name="Flowchart: Delay 28">
              <a:extLst>
                <a:ext uri="{FF2B5EF4-FFF2-40B4-BE49-F238E27FC236}">
                  <a16:creationId xmlns:a16="http://schemas.microsoft.com/office/drawing/2014/main" id="{195711CE-B9D4-786C-3E61-8BC93AF4DB5C}"/>
                </a:ext>
              </a:extLst>
            </p:cNvPr>
            <p:cNvSpPr/>
            <p:nvPr/>
          </p:nvSpPr>
          <p:spPr>
            <a:xfrm>
              <a:off x="5172075" y="1495426"/>
              <a:ext cx="923925" cy="1047750"/>
            </a:xfrm>
            <a:prstGeom prst="flowChartDelay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/>
            </a:p>
          </p:txBody>
        </p:sp>
        <p:sp>
          <p:nvSpPr>
            <p:cNvPr id="30" name="Flowchart: Delay 29">
              <a:extLst>
                <a:ext uri="{FF2B5EF4-FFF2-40B4-BE49-F238E27FC236}">
                  <a16:creationId xmlns:a16="http://schemas.microsoft.com/office/drawing/2014/main" id="{600392CE-91CE-5296-557B-9891C939C4EB}"/>
                </a:ext>
              </a:extLst>
            </p:cNvPr>
            <p:cNvSpPr/>
            <p:nvPr/>
          </p:nvSpPr>
          <p:spPr>
            <a:xfrm rot="10800000">
              <a:off x="4681537" y="2543176"/>
              <a:ext cx="923925" cy="1047750"/>
            </a:xfrm>
            <a:prstGeom prst="flowChartDelay">
              <a:avLst/>
            </a:prstGeom>
            <a:solidFill>
              <a:srgbClr val="E6AF00"/>
            </a:solidFill>
            <a:ln>
              <a:solidFill>
                <a:srgbClr val="E6AF00"/>
              </a:solidFill>
            </a:ln>
            <a:effectLst>
              <a:outerShdw blurRad="50800" dist="38100" dir="10800000" algn="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/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E0E1C0D6-D138-5442-D758-C88528F894F0}"/>
              </a:ext>
            </a:extLst>
          </p:cNvPr>
          <p:cNvGrpSpPr/>
          <p:nvPr/>
        </p:nvGrpSpPr>
        <p:grpSpPr>
          <a:xfrm>
            <a:off x="77311" y="1187246"/>
            <a:ext cx="5918207" cy="878014"/>
            <a:chOff x="131578" y="1238217"/>
            <a:chExt cx="5918207" cy="878014"/>
          </a:xfrm>
        </p:grpSpPr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2B10AA03-757D-9FD6-7AF0-E4B9D44B8190}"/>
                </a:ext>
              </a:extLst>
            </p:cNvPr>
            <p:cNvSpPr txBox="1"/>
            <p:nvPr/>
          </p:nvSpPr>
          <p:spPr>
            <a:xfrm>
              <a:off x="131578" y="1238217"/>
              <a:ext cx="591820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>
                  <a:solidFill>
                    <a:srgbClr val="AA8300"/>
                  </a:solidFill>
                  <a:latin typeface="Futura PT Bold" panose="020B0902020204020203"/>
                </a:rPr>
                <a:t>2-Tier Budgeting Approach (2TBA)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D679E041-BA6C-1E87-C7FC-CA6C81BE010B}"/>
                </a:ext>
              </a:extLst>
            </p:cNvPr>
            <p:cNvSpPr txBox="1"/>
            <p:nvPr/>
          </p:nvSpPr>
          <p:spPr>
            <a:xfrm>
              <a:off x="569280" y="1531456"/>
              <a:ext cx="4669128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600" i="1">
                  <a:solidFill>
                    <a:srgbClr val="FFC000"/>
                  </a:solidFill>
                </a:rPr>
                <a:t>strengthen the strategic decision-making process by separating the evaluation of agency proposals</a:t>
              </a:r>
              <a:endParaRPr lang="en-PH" sz="1600" i="1">
                <a:solidFill>
                  <a:srgbClr val="FFC000"/>
                </a:solidFill>
              </a:endParaRPr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4A592AEF-9E03-8F7D-5635-50EB1013CCD8}"/>
              </a:ext>
            </a:extLst>
          </p:cNvPr>
          <p:cNvGrpSpPr/>
          <p:nvPr/>
        </p:nvGrpSpPr>
        <p:grpSpPr>
          <a:xfrm>
            <a:off x="32706" y="3232255"/>
            <a:ext cx="5918207" cy="1230619"/>
            <a:chOff x="14747" y="1107322"/>
            <a:chExt cx="5918207" cy="1230619"/>
          </a:xfrm>
        </p:grpSpPr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5DC1B86B-9B78-2FF9-BB44-5034ED9805E0}"/>
                </a:ext>
              </a:extLst>
            </p:cNvPr>
            <p:cNvSpPr txBox="1"/>
            <p:nvPr/>
          </p:nvSpPr>
          <p:spPr>
            <a:xfrm>
              <a:off x="14747" y="1107322"/>
              <a:ext cx="5918207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>
                  <a:solidFill>
                    <a:srgbClr val="AA8300"/>
                  </a:solidFill>
                  <a:latin typeface="Futura PT Bold" panose="020B0902020204020203"/>
                </a:rPr>
                <a:t>Program Expenditure Classification</a:t>
              </a:r>
              <a:br>
                <a:rPr lang="en-US" sz="2000" b="1">
                  <a:solidFill>
                    <a:srgbClr val="AA8300"/>
                  </a:solidFill>
                  <a:latin typeface="Futura PT Bold" panose="020B0902020204020203"/>
                </a:rPr>
              </a:br>
              <a:r>
                <a:rPr lang="en-US" sz="2000" b="1">
                  <a:solidFill>
                    <a:srgbClr val="AA8300"/>
                  </a:solidFill>
                  <a:latin typeface="Futura PT Bold" panose="020B0902020204020203"/>
                </a:rPr>
                <a:t>(PREXC)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A1CC18F4-B887-2800-ED5C-601E87BCA442}"/>
                </a:ext>
              </a:extLst>
            </p:cNvPr>
            <p:cNvSpPr txBox="1"/>
            <p:nvPr/>
          </p:nvSpPr>
          <p:spPr>
            <a:xfrm>
              <a:off x="701274" y="1753166"/>
              <a:ext cx="4467027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600" i="1">
                  <a:solidFill>
                    <a:srgbClr val="FFC000"/>
                  </a:solidFill>
                </a:rPr>
                <a:t>a form of structuring the budget into </a:t>
              </a:r>
              <a:br>
                <a:rPr lang="en-US" sz="1600" i="1">
                  <a:solidFill>
                    <a:srgbClr val="FFC000"/>
                  </a:solidFill>
                </a:rPr>
              </a:br>
              <a:r>
                <a:rPr lang="en-US" sz="1600" i="1">
                  <a:solidFill>
                    <a:srgbClr val="FFC000"/>
                  </a:solidFill>
                </a:rPr>
                <a:t>programs and outcomes</a:t>
              </a:r>
              <a:endParaRPr lang="en-PH" sz="1600" i="1">
                <a:solidFill>
                  <a:srgbClr val="FFC000"/>
                </a:solidFill>
              </a:endParaRPr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4DA7DD40-192A-FEF2-2869-23BD0C71B06C}"/>
              </a:ext>
            </a:extLst>
          </p:cNvPr>
          <p:cNvGrpSpPr/>
          <p:nvPr/>
        </p:nvGrpSpPr>
        <p:grpSpPr>
          <a:xfrm>
            <a:off x="366345" y="5393797"/>
            <a:ext cx="5918207" cy="1099609"/>
            <a:chOff x="652097" y="1265638"/>
            <a:chExt cx="5918207" cy="1099609"/>
          </a:xfrm>
        </p:grpSpPr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1857D9CE-3669-78A3-821B-637DF2002949}"/>
                </a:ext>
              </a:extLst>
            </p:cNvPr>
            <p:cNvSpPr txBox="1"/>
            <p:nvPr/>
          </p:nvSpPr>
          <p:spPr>
            <a:xfrm>
              <a:off x="652097" y="1265638"/>
              <a:ext cx="591820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>
                  <a:solidFill>
                    <a:srgbClr val="AA8300"/>
                  </a:solidFill>
                  <a:latin typeface="Futura PT Bold" panose="020B0902020204020203"/>
                </a:rPr>
                <a:t>Cash Budgeting System (CBS)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63591F8E-A41B-34D9-2EDC-BDA5FCE24E8F}"/>
                </a:ext>
              </a:extLst>
            </p:cNvPr>
            <p:cNvSpPr txBox="1"/>
            <p:nvPr/>
          </p:nvSpPr>
          <p:spPr>
            <a:xfrm>
              <a:off x="888041" y="1534250"/>
              <a:ext cx="4607041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600" i="1" dirty="0">
                  <a:solidFill>
                    <a:srgbClr val="FFC000"/>
                  </a:solidFill>
                </a:rPr>
                <a:t>funding is focused on programs and projects that are implementation-ready and can be completed within the fiscal year</a:t>
              </a:r>
              <a:endParaRPr lang="en-PH" sz="1600" i="1" dirty="0">
                <a:solidFill>
                  <a:srgbClr val="FFC000"/>
                </a:solidFill>
              </a:endParaRPr>
            </a:p>
          </p:txBody>
        </p: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DF277946-A811-5421-B4F5-36A6842EC72A}"/>
              </a:ext>
            </a:extLst>
          </p:cNvPr>
          <p:cNvGrpSpPr/>
          <p:nvPr/>
        </p:nvGrpSpPr>
        <p:grpSpPr>
          <a:xfrm>
            <a:off x="5160610" y="2314576"/>
            <a:ext cx="6932621" cy="1084727"/>
            <a:chOff x="461915" y="1258552"/>
            <a:chExt cx="6932621" cy="1084727"/>
          </a:xfrm>
        </p:grpSpPr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2FD83A75-A105-0633-1875-731AFFB594EF}"/>
                </a:ext>
              </a:extLst>
            </p:cNvPr>
            <p:cNvSpPr txBox="1"/>
            <p:nvPr/>
          </p:nvSpPr>
          <p:spPr>
            <a:xfrm>
              <a:off x="461915" y="1258552"/>
              <a:ext cx="693262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>
                  <a:solidFill>
                    <a:srgbClr val="AA8300"/>
                  </a:solidFill>
                  <a:latin typeface="Futura PT Bold" panose="020B0902020204020203"/>
                </a:rPr>
                <a:t>Unified Accounts Code Structure (UACS)</a:t>
              </a: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677B02A6-3861-4D92-5C85-0B2397B7496E}"/>
                </a:ext>
              </a:extLst>
            </p:cNvPr>
            <p:cNvSpPr txBox="1"/>
            <p:nvPr/>
          </p:nvSpPr>
          <p:spPr>
            <a:xfrm>
              <a:off x="1402152" y="1512282"/>
              <a:ext cx="5198272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i="1">
                  <a:solidFill>
                    <a:srgbClr val="FFC000"/>
                  </a:solidFill>
                </a:rPr>
                <a:t>harmonized coding structure to facilitate financial reporting and consolidation of government revenue and expenditures</a:t>
              </a:r>
              <a:endParaRPr lang="en-PH" sz="1600" i="1">
                <a:solidFill>
                  <a:srgbClr val="FFC000"/>
                </a:solidFill>
              </a:endParaRPr>
            </a:p>
          </p:txBody>
        </p: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6BFEFED2-E628-8FFA-2768-876FD37C987D}"/>
              </a:ext>
            </a:extLst>
          </p:cNvPr>
          <p:cNvGrpSpPr/>
          <p:nvPr/>
        </p:nvGrpSpPr>
        <p:grpSpPr>
          <a:xfrm>
            <a:off x="5535647" y="4433447"/>
            <a:ext cx="5918207" cy="1103569"/>
            <a:chOff x="871609" y="1260740"/>
            <a:chExt cx="5918207" cy="1103569"/>
          </a:xfrm>
        </p:grpSpPr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50F31F73-4B73-BD20-7BE7-EA926D1CAA8A}"/>
                </a:ext>
              </a:extLst>
            </p:cNvPr>
            <p:cNvSpPr txBox="1"/>
            <p:nvPr/>
          </p:nvSpPr>
          <p:spPr>
            <a:xfrm>
              <a:off x="871609" y="1260740"/>
              <a:ext cx="591820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>
                  <a:solidFill>
                    <a:srgbClr val="AA8300"/>
                  </a:solidFill>
                  <a:latin typeface="Futura PT Bold" panose="020B0902020204020203"/>
                </a:rPr>
                <a:t>Disaggregation of lump-sum amounts </a:t>
              </a: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8C8D2596-51E8-97A3-B076-7CD0D61422C7}"/>
                </a:ext>
              </a:extLst>
            </p:cNvPr>
            <p:cNvSpPr txBox="1"/>
            <p:nvPr/>
          </p:nvSpPr>
          <p:spPr>
            <a:xfrm>
              <a:off x="1480497" y="1533312"/>
              <a:ext cx="5161760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i="1">
                  <a:solidFill>
                    <a:srgbClr val="FFC000"/>
                  </a:solidFill>
                </a:rPr>
                <a:t>disaggregating amounts within agency specific budgets to reflect PAPs, implementing agencies and/or regional or local levels</a:t>
              </a:r>
              <a:endParaRPr lang="en-PH" sz="1600" i="1">
                <a:solidFill>
                  <a:srgbClr val="FFC000"/>
                </a:solidFill>
              </a:endParaRPr>
            </a:p>
          </p:txBody>
        </p:sp>
      </p:grpSp>
      <p:pic>
        <p:nvPicPr>
          <p:cNvPr id="56" name="Graphic 55" descr="Presentation with pie chart with solid fill">
            <a:extLst>
              <a:ext uri="{FF2B5EF4-FFF2-40B4-BE49-F238E27FC236}">
                <a16:creationId xmlns:a16="http://schemas.microsoft.com/office/drawing/2014/main" id="{B746F253-7AA6-D52F-52D7-2B309020C5A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24302" y="1389719"/>
            <a:ext cx="661394" cy="661394"/>
          </a:xfrm>
          <a:prstGeom prst="rect">
            <a:avLst/>
          </a:prstGeom>
        </p:spPr>
      </p:pic>
      <p:pic>
        <p:nvPicPr>
          <p:cNvPr id="59" name="Graphic 58" descr="Barcode with solid fill">
            <a:extLst>
              <a:ext uri="{FF2B5EF4-FFF2-40B4-BE49-F238E27FC236}">
                <a16:creationId xmlns:a16="http://schemas.microsoft.com/office/drawing/2014/main" id="{0DBCD0D3-C3A8-B669-FEAF-9BABC8304D8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152715" y="2442876"/>
            <a:ext cx="610218" cy="725676"/>
          </a:xfrm>
          <a:prstGeom prst="rect">
            <a:avLst/>
          </a:prstGeom>
        </p:spPr>
      </p:pic>
      <p:pic>
        <p:nvPicPr>
          <p:cNvPr id="60" name="Graphic 59" descr="Books on shelf with solid fill">
            <a:extLst>
              <a:ext uri="{FF2B5EF4-FFF2-40B4-BE49-F238E27FC236}">
                <a16:creationId xmlns:a16="http://schemas.microsoft.com/office/drawing/2014/main" id="{BF8B6B28-6BAC-3B8A-7B9A-7303EFD2FE0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564478" y="3474381"/>
            <a:ext cx="653466" cy="653466"/>
          </a:xfrm>
          <a:prstGeom prst="rect">
            <a:avLst/>
          </a:prstGeom>
        </p:spPr>
      </p:pic>
      <p:pic>
        <p:nvPicPr>
          <p:cNvPr id="61" name="Graphic 60" descr="Coins with solid fill">
            <a:extLst>
              <a:ext uri="{FF2B5EF4-FFF2-40B4-BE49-F238E27FC236}">
                <a16:creationId xmlns:a16="http://schemas.microsoft.com/office/drawing/2014/main" id="{D75EED3D-F9AF-DA32-968C-EEC5E87C246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232901" y="4555757"/>
            <a:ext cx="582801" cy="582801"/>
          </a:xfrm>
          <a:prstGeom prst="rect">
            <a:avLst/>
          </a:prstGeom>
        </p:spPr>
      </p:pic>
      <p:pic>
        <p:nvPicPr>
          <p:cNvPr id="62" name="Graphic 61" descr="Money outline">
            <a:extLst>
              <a:ext uri="{FF2B5EF4-FFF2-40B4-BE49-F238E27FC236}">
                <a16:creationId xmlns:a16="http://schemas.microsoft.com/office/drawing/2014/main" id="{C8A0B374-2DB5-5308-589E-A42DB8195368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564478" y="5600265"/>
            <a:ext cx="561380" cy="561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94795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8C683C-FD45-B630-AE58-71CF25EC58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roup 30">
            <a:extLst>
              <a:ext uri="{FF2B5EF4-FFF2-40B4-BE49-F238E27FC236}">
                <a16:creationId xmlns:a16="http://schemas.microsoft.com/office/drawing/2014/main" id="{E2553653-56E1-15C7-3DB5-2E6F24CC67E6}"/>
              </a:ext>
            </a:extLst>
          </p:cNvPr>
          <p:cNvGrpSpPr/>
          <p:nvPr/>
        </p:nvGrpSpPr>
        <p:grpSpPr>
          <a:xfrm>
            <a:off x="4967287" y="1228726"/>
            <a:ext cx="1414463" cy="5238751"/>
            <a:chOff x="4681537" y="1495426"/>
            <a:chExt cx="1414463" cy="5238751"/>
          </a:xfrm>
        </p:grpSpPr>
        <p:sp>
          <p:nvSpPr>
            <p:cNvPr id="25" name="Flowchart: Delay 24">
              <a:extLst>
                <a:ext uri="{FF2B5EF4-FFF2-40B4-BE49-F238E27FC236}">
                  <a16:creationId xmlns:a16="http://schemas.microsoft.com/office/drawing/2014/main" id="{FF345693-3F7E-84AA-2B81-D36EE909BD20}"/>
                </a:ext>
              </a:extLst>
            </p:cNvPr>
            <p:cNvSpPr/>
            <p:nvPr/>
          </p:nvSpPr>
          <p:spPr>
            <a:xfrm>
              <a:off x="5172075" y="3590926"/>
              <a:ext cx="923925" cy="1047750"/>
            </a:xfrm>
            <a:prstGeom prst="flowChartDelay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/>
            </a:p>
          </p:txBody>
        </p:sp>
        <p:sp>
          <p:nvSpPr>
            <p:cNvPr id="26" name="Flowchart: Delay 25">
              <a:extLst>
                <a:ext uri="{FF2B5EF4-FFF2-40B4-BE49-F238E27FC236}">
                  <a16:creationId xmlns:a16="http://schemas.microsoft.com/office/drawing/2014/main" id="{13B3E0D6-7B12-CFC0-A957-610B3E17A8E7}"/>
                </a:ext>
              </a:extLst>
            </p:cNvPr>
            <p:cNvSpPr/>
            <p:nvPr/>
          </p:nvSpPr>
          <p:spPr>
            <a:xfrm rot="10800000">
              <a:off x="4710112" y="4638677"/>
              <a:ext cx="923925" cy="1047750"/>
            </a:xfrm>
            <a:prstGeom prst="flowChartDelay">
              <a:avLst/>
            </a:prstGeom>
            <a:solidFill>
              <a:srgbClr val="E6AF00"/>
            </a:solidFill>
            <a:ln>
              <a:solidFill>
                <a:srgbClr val="E6AF00"/>
              </a:solidFill>
            </a:ln>
            <a:effectLst>
              <a:outerShdw blurRad="50800" dist="38100" dir="10800000" algn="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/>
            </a:p>
          </p:txBody>
        </p:sp>
        <p:sp>
          <p:nvSpPr>
            <p:cNvPr id="27" name="Flowchart: Delay 26">
              <a:extLst>
                <a:ext uri="{FF2B5EF4-FFF2-40B4-BE49-F238E27FC236}">
                  <a16:creationId xmlns:a16="http://schemas.microsoft.com/office/drawing/2014/main" id="{D41BB296-09F4-7020-BA9A-167AEF1CAD8F}"/>
                </a:ext>
              </a:extLst>
            </p:cNvPr>
            <p:cNvSpPr/>
            <p:nvPr/>
          </p:nvSpPr>
          <p:spPr>
            <a:xfrm>
              <a:off x="5143499" y="5686427"/>
              <a:ext cx="923925" cy="1047750"/>
            </a:xfrm>
            <a:prstGeom prst="flowChartDelay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/>
            </a:p>
          </p:txBody>
        </p:sp>
        <p:sp>
          <p:nvSpPr>
            <p:cNvPr id="29" name="Flowchart: Delay 28">
              <a:extLst>
                <a:ext uri="{FF2B5EF4-FFF2-40B4-BE49-F238E27FC236}">
                  <a16:creationId xmlns:a16="http://schemas.microsoft.com/office/drawing/2014/main" id="{5FF64E4C-FC7F-9B85-8A7D-F88B53DA7097}"/>
                </a:ext>
              </a:extLst>
            </p:cNvPr>
            <p:cNvSpPr/>
            <p:nvPr/>
          </p:nvSpPr>
          <p:spPr>
            <a:xfrm>
              <a:off x="5172075" y="1495426"/>
              <a:ext cx="923925" cy="1047750"/>
            </a:xfrm>
            <a:prstGeom prst="flowChartDelay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/>
            </a:p>
          </p:txBody>
        </p:sp>
        <p:sp>
          <p:nvSpPr>
            <p:cNvPr id="30" name="Flowchart: Delay 29">
              <a:extLst>
                <a:ext uri="{FF2B5EF4-FFF2-40B4-BE49-F238E27FC236}">
                  <a16:creationId xmlns:a16="http://schemas.microsoft.com/office/drawing/2014/main" id="{B4DB62D1-488B-51CF-9376-18DDAB3FF1F6}"/>
                </a:ext>
              </a:extLst>
            </p:cNvPr>
            <p:cNvSpPr/>
            <p:nvPr/>
          </p:nvSpPr>
          <p:spPr>
            <a:xfrm rot="10800000">
              <a:off x="4681537" y="2543176"/>
              <a:ext cx="923925" cy="1047750"/>
            </a:xfrm>
            <a:prstGeom prst="flowChartDelay">
              <a:avLst/>
            </a:prstGeom>
            <a:solidFill>
              <a:srgbClr val="E6AF00"/>
            </a:solidFill>
            <a:ln>
              <a:solidFill>
                <a:srgbClr val="E6AF00"/>
              </a:solidFill>
            </a:ln>
            <a:effectLst>
              <a:outerShdw blurRad="50800" dist="38100" dir="10800000" algn="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/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4436212D-EE20-67DE-99DF-4A033E4E7DCC}"/>
              </a:ext>
            </a:extLst>
          </p:cNvPr>
          <p:cNvGrpSpPr/>
          <p:nvPr/>
        </p:nvGrpSpPr>
        <p:grpSpPr>
          <a:xfrm>
            <a:off x="163810" y="1177307"/>
            <a:ext cx="5918207" cy="878014"/>
            <a:chOff x="218077" y="1238217"/>
            <a:chExt cx="5918207" cy="878014"/>
          </a:xfrm>
        </p:grpSpPr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B29CC272-7BA3-4A70-1751-25281D7BBE3F}"/>
                </a:ext>
              </a:extLst>
            </p:cNvPr>
            <p:cNvSpPr txBox="1"/>
            <p:nvPr/>
          </p:nvSpPr>
          <p:spPr>
            <a:xfrm>
              <a:off x="218077" y="1238217"/>
              <a:ext cx="591820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>
                  <a:solidFill>
                    <a:srgbClr val="AA8300"/>
                  </a:solidFill>
                  <a:latin typeface="Futura PT Bold" panose="020B0902020204020203"/>
                </a:rPr>
                <a:t>Monitoring and Evaluation System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96BC5A29-857E-3944-342F-4FF86CF2A307}"/>
                </a:ext>
              </a:extLst>
            </p:cNvPr>
            <p:cNvSpPr txBox="1"/>
            <p:nvPr/>
          </p:nvSpPr>
          <p:spPr>
            <a:xfrm>
              <a:off x="540477" y="1531456"/>
              <a:ext cx="4784435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600" i="1">
                  <a:solidFill>
                    <a:srgbClr val="FFC000"/>
                  </a:solidFill>
                </a:rPr>
                <a:t>well-functioning monitoring system will provide evidence-based information</a:t>
              </a:r>
              <a:endParaRPr lang="en-PH" sz="1600" i="1">
                <a:solidFill>
                  <a:srgbClr val="FFC000"/>
                </a:solidFill>
              </a:endParaRPr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8A9CD118-136F-5AD6-C5CA-CFAABCF814BC}"/>
              </a:ext>
            </a:extLst>
          </p:cNvPr>
          <p:cNvGrpSpPr/>
          <p:nvPr/>
        </p:nvGrpSpPr>
        <p:grpSpPr>
          <a:xfrm>
            <a:off x="351997" y="3343276"/>
            <a:ext cx="5918207" cy="878558"/>
            <a:chOff x="334038" y="1218343"/>
            <a:chExt cx="5918207" cy="878558"/>
          </a:xfrm>
        </p:grpSpPr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C0CB9931-406E-E465-4C34-90952B857F26}"/>
                </a:ext>
              </a:extLst>
            </p:cNvPr>
            <p:cNvSpPr txBox="1"/>
            <p:nvPr/>
          </p:nvSpPr>
          <p:spPr>
            <a:xfrm>
              <a:off x="334038" y="1218343"/>
              <a:ext cx="591820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>
                  <a:solidFill>
                    <a:srgbClr val="AA8300"/>
                  </a:solidFill>
                  <a:latin typeface="Futura PT Bold" panose="020B0902020204020203"/>
                </a:rPr>
                <a:t>Open Government Partnership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EC9E3785-9B47-C88F-9F59-069AC8CAE9DA}"/>
                </a:ext>
              </a:extLst>
            </p:cNvPr>
            <p:cNvSpPr txBox="1"/>
            <p:nvPr/>
          </p:nvSpPr>
          <p:spPr>
            <a:xfrm>
              <a:off x="951210" y="1512126"/>
              <a:ext cx="426869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600" i="1">
                  <a:solidFill>
                    <a:srgbClr val="FFC000"/>
                  </a:solidFill>
                </a:rPr>
                <a:t>key platform for transparency and citizen participation</a:t>
              </a:r>
              <a:endParaRPr lang="en-PH" sz="1600" i="1">
                <a:solidFill>
                  <a:srgbClr val="FFC000"/>
                </a:solidFill>
              </a:endParaRPr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84F005E6-D6AE-EE01-164E-71F512395CE7}"/>
              </a:ext>
            </a:extLst>
          </p:cNvPr>
          <p:cNvGrpSpPr/>
          <p:nvPr/>
        </p:nvGrpSpPr>
        <p:grpSpPr>
          <a:xfrm>
            <a:off x="19502" y="5460004"/>
            <a:ext cx="5918207" cy="853387"/>
            <a:chOff x="479099" y="1265638"/>
            <a:chExt cx="5918207" cy="853387"/>
          </a:xfrm>
        </p:grpSpPr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CEA8E48D-1D18-22B7-83C6-BE02DF94ED56}"/>
                </a:ext>
              </a:extLst>
            </p:cNvPr>
            <p:cNvSpPr txBox="1"/>
            <p:nvPr/>
          </p:nvSpPr>
          <p:spPr>
            <a:xfrm>
              <a:off x="479099" y="1265638"/>
              <a:ext cx="591820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>
                  <a:solidFill>
                    <a:srgbClr val="AA8300"/>
                  </a:solidFill>
                  <a:latin typeface="Futura PT Bold" panose="020B0902020204020203"/>
                </a:rPr>
                <a:t>Government Optimization Program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CF36C566-B897-1A90-6873-A80ED69F0812}"/>
                </a:ext>
              </a:extLst>
            </p:cNvPr>
            <p:cNvSpPr txBox="1"/>
            <p:nvPr/>
          </p:nvSpPr>
          <p:spPr>
            <a:xfrm>
              <a:off x="1061034" y="1534250"/>
              <a:ext cx="4607041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600" i="1">
                  <a:solidFill>
                    <a:srgbClr val="FFC000"/>
                  </a:solidFill>
                </a:rPr>
                <a:t>eliminate overlapping mandates and streamlines agency operations to improve service delivery</a:t>
              </a:r>
              <a:endParaRPr lang="en-PH" sz="1600" i="1">
                <a:solidFill>
                  <a:srgbClr val="FFC000"/>
                </a:solidFill>
              </a:endParaRPr>
            </a:p>
          </p:txBody>
        </p: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D03D826B-9BE3-2A66-6E62-C7A3ECC7E44F}"/>
              </a:ext>
            </a:extLst>
          </p:cNvPr>
          <p:cNvGrpSpPr/>
          <p:nvPr/>
        </p:nvGrpSpPr>
        <p:grpSpPr>
          <a:xfrm>
            <a:off x="4853565" y="2325589"/>
            <a:ext cx="6932621" cy="869887"/>
            <a:chOff x="522619" y="1246195"/>
            <a:chExt cx="6932621" cy="869887"/>
          </a:xfrm>
        </p:grpSpPr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6E868463-FF59-7B2B-B2A4-2263ABF03BC4}"/>
                </a:ext>
              </a:extLst>
            </p:cNvPr>
            <p:cNvSpPr txBox="1"/>
            <p:nvPr/>
          </p:nvSpPr>
          <p:spPr>
            <a:xfrm>
              <a:off x="522619" y="1246195"/>
              <a:ext cx="693262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>
                  <a:solidFill>
                    <a:srgbClr val="AA8300"/>
                  </a:solidFill>
                  <a:latin typeface="Futura PT Bold" panose="020B0902020204020203"/>
                </a:rPr>
                <a:t>Program Convergence Budgeting</a:t>
              </a: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5FCA281D-8A4B-23DE-D2F3-AF190E5085E2}"/>
                </a:ext>
              </a:extLst>
            </p:cNvPr>
            <p:cNvSpPr txBox="1"/>
            <p:nvPr/>
          </p:nvSpPr>
          <p:spPr>
            <a:xfrm>
              <a:off x="1860123" y="1531307"/>
              <a:ext cx="433175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i="1">
                  <a:solidFill>
                    <a:srgbClr val="FFC000"/>
                  </a:solidFill>
                </a:rPr>
                <a:t>link, harmonize, and synchronize critical program interventions</a:t>
              </a:r>
              <a:endParaRPr lang="en-PH" sz="1600" i="1">
                <a:solidFill>
                  <a:srgbClr val="FFC000"/>
                </a:solidFill>
              </a:endParaRPr>
            </a:p>
          </p:txBody>
        </p: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2420369D-26D4-BE05-45B7-C9C8AD698F72}"/>
              </a:ext>
            </a:extLst>
          </p:cNvPr>
          <p:cNvGrpSpPr/>
          <p:nvPr/>
        </p:nvGrpSpPr>
        <p:grpSpPr>
          <a:xfrm>
            <a:off x="4767642" y="4323979"/>
            <a:ext cx="6201793" cy="1136025"/>
            <a:chOff x="342458" y="1238793"/>
            <a:chExt cx="6201793" cy="1136025"/>
          </a:xfrm>
        </p:grpSpPr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6AB6F459-9A3E-F561-44A9-9608A8179A94}"/>
                </a:ext>
              </a:extLst>
            </p:cNvPr>
            <p:cNvSpPr txBox="1"/>
            <p:nvPr/>
          </p:nvSpPr>
          <p:spPr>
            <a:xfrm>
              <a:off x="342458" y="1238793"/>
              <a:ext cx="591820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>
                  <a:solidFill>
                    <a:srgbClr val="AA8300"/>
                  </a:solidFill>
                  <a:latin typeface="Futura PT Bold" panose="020B0902020204020203"/>
                </a:rPr>
                <a:t>Participatory Budgeting</a:t>
              </a: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E84F61E1-8AA7-63DD-89FB-E61121653CBA}"/>
                </a:ext>
              </a:extLst>
            </p:cNvPr>
            <p:cNvSpPr txBox="1"/>
            <p:nvPr/>
          </p:nvSpPr>
          <p:spPr>
            <a:xfrm>
              <a:off x="1775487" y="1543821"/>
              <a:ext cx="4768764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i="1">
                  <a:solidFill>
                    <a:srgbClr val="FFC000"/>
                  </a:solidFill>
                </a:rPr>
                <a:t>promote efficient use of public funds and ensure sustainable development through meaningful citizen participation</a:t>
              </a:r>
              <a:endParaRPr lang="en-PH" sz="1600" i="1">
                <a:solidFill>
                  <a:srgbClr val="FFC000"/>
                </a:solidFill>
              </a:endParaRPr>
            </a:p>
          </p:txBody>
        </p:sp>
      </p:grpSp>
      <p:pic>
        <p:nvPicPr>
          <p:cNvPr id="2" name="Graphic 1" descr="Clipboard with solid fill">
            <a:extLst>
              <a:ext uri="{FF2B5EF4-FFF2-40B4-BE49-F238E27FC236}">
                <a16:creationId xmlns:a16="http://schemas.microsoft.com/office/drawing/2014/main" id="{D2F1E5FB-DB95-1ACC-F283-D67D0D30E3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29030" y="1339189"/>
            <a:ext cx="662820" cy="662820"/>
          </a:xfrm>
          <a:prstGeom prst="rect">
            <a:avLst/>
          </a:prstGeom>
        </p:spPr>
      </p:pic>
      <p:pic>
        <p:nvPicPr>
          <p:cNvPr id="3" name="Graphic 2" descr="Aperture with solid fill">
            <a:extLst>
              <a:ext uri="{FF2B5EF4-FFF2-40B4-BE49-F238E27FC236}">
                <a16:creationId xmlns:a16="http://schemas.microsoft.com/office/drawing/2014/main" id="{F6F6E656-DA3F-EB0A-5F52-8FA05F57477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086892" y="2433977"/>
            <a:ext cx="741863" cy="741863"/>
          </a:xfrm>
          <a:prstGeom prst="rect">
            <a:avLst/>
          </a:prstGeom>
        </p:spPr>
      </p:pic>
      <p:pic>
        <p:nvPicPr>
          <p:cNvPr id="4" name="Graphic 3" descr="Theatre with solid fill">
            <a:extLst>
              <a:ext uri="{FF2B5EF4-FFF2-40B4-BE49-F238E27FC236}">
                <a16:creationId xmlns:a16="http://schemas.microsoft.com/office/drawing/2014/main" id="{FF5FABC8-5C28-C32D-A824-69488F255A7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540917" y="3463120"/>
            <a:ext cx="650933" cy="714498"/>
          </a:xfrm>
          <a:prstGeom prst="rect">
            <a:avLst/>
          </a:prstGeom>
        </p:spPr>
      </p:pic>
      <p:pic>
        <p:nvPicPr>
          <p:cNvPr id="5" name="Graphic 4" descr="Group brainstorm with solid fill">
            <a:extLst>
              <a:ext uri="{FF2B5EF4-FFF2-40B4-BE49-F238E27FC236}">
                <a16:creationId xmlns:a16="http://schemas.microsoft.com/office/drawing/2014/main" id="{FF3389F3-0975-EDF2-3755-FF5ADAA1671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098864" y="4474187"/>
            <a:ext cx="809123" cy="809123"/>
          </a:xfrm>
          <a:prstGeom prst="rect">
            <a:avLst/>
          </a:prstGeom>
        </p:spPr>
      </p:pic>
      <p:pic>
        <p:nvPicPr>
          <p:cNvPr id="6" name="Graphic 5" descr="Group of people with solid fill">
            <a:extLst>
              <a:ext uri="{FF2B5EF4-FFF2-40B4-BE49-F238E27FC236}">
                <a16:creationId xmlns:a16="http://schemas.microsoft.com/office/drawing/2014/main" id="{E53A0028-3B64-C3D0-BECF-FC3B42C6B96D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486965" y="5629274"/>
            <a:ext cx="721454" cy="604452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E22E0A38-173F-9E27-434F-EEF4AA09F1E9}"/>
              </a:ext>
            </a:extLst>
          </p:cNvPr>
          <p:cNvSpPr txBox="1">
            <a:spLocks/>
          </p:cNvSpPr>
          <p:nvPr/>
        </p:nvSpPr>
        <p:spPr>
          <a:xfrm>
            <a:off x="42851" y="276772"/>
            <a:ext cx="11938000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PH" b="1">
                <a:solidFill>
                  <a:srgbClr val="E6AF00"/>
                </a:solidFill>
                <a:latin typeface="Futura PT Bold" panose="020B0902020204020203"/>
              </a:rPr>
              <a:t>Expenditure Management Framework </a:t>
            </a:r>
            <a:r>
              <a:rPr lang="en-PH" sz="3200" b="1" i="1">
                <a:solidFill>
                  <a:srgbClr val="E6AF00"/>
                </a:solidFill>
                <a:latin typeface="Futura PT Bold" panose="020B0902020204020203"/>
              </a:rPr>
              <a:t>cont.</a:t>
            </a:r>
            <a:endParaRPr lang="en-PH" b="1" i="1">
              <a:solidFill>
                <a:srgbClr val="E6AF00"/>
              </a:solidFill>
              <a:latin typeface="Futura PT Bold" panose="020B0902020204020203"/>
            </a:endParaRPr>
          </a:p>
        </p:txBody>
      </p:sp>
    </p:spTree>
    <p:extLst>
      <p:ext uri="{BB962C8B-B14F-4D97-AF65-F5344CB8AC3E}">
        <p14:creationId xmlns:p14="http://schemas.microsoft.com/office/powerpoint/2010/main" val="39972097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D04B362-B612-0476-E3F5-199E3CE5613F}"/>
              </a:ext>
            </a:extLst>
          </p:cNvPr>
          <p:cNvSpPr txBox="1">
            <a:spLocks/>
          </p:cNvSpPr>
          <p:nvPr/>
        </p:nvSpPr>
        <p:spPr>
          <a:xfrm>
            <a:off x="368425" y="652323"/>
            <a:ext cx="12200242" cy="920750"/>
          </a:xfrm>
          <a:prstGeom prst="rect">
            <a:avLst/>
          </a:prstGeom>
        </p:spPr>
        <p:txBody>
          <a:bodyPr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>
                <a:solidFill>
                  <a:srgbClr val="AA8300"/>
                </a:solidFill>
                <a:latin typeface="Futura PT Bold" panose="020B0902020204020203"/>
                <a:cs typeface="Helvetica"/>
              </a:rPr>
              <a:t>Key </a:t>
            </a:r>
            <a:r>
              <a:rPr lang="fil-PH" sz="4000" b="1">
                <a:solidFill>
                  <a:srgbClr val="AA8300"/>
                </a:solidFill>
                <a:latin typeface="Futura PT Bold" panose="020B0902020204020203"/>
                <a:cs typeface="Helvetica"/>
              </a:rPr>
              <a:t>M</a:t>
            </a:r>
            <a:r>
              <a:rPr lang="en-US" sz="4000" b="1" err="1">
                <a:solidFill>
                  <a:srgbClr val="AA8300"/>
                </a:solidFill>
                <a:latin typeface="Futura PT Bold" panose="020B0902020204020203"/>
                <a:cs typeface="Helvetica"/>
              </a:rPr>
              <a:t>essage</a:t>
            </a:r>
            <a:r>
              <a:rPr lang="fil-PH" sz="4000" b="1">
                <a:solidFill>
                  <a:srgbClr val="AA8300"/>
                </a:solidFill>
                <a:latin typeface="Futura PT Bold" panose="020B0902020204020203"/>
                <a:cs typeface="Helvetica"/>
              </a:rPr>
              <a:t>s </a:t>
            </a:r>
            <a:r>
              <a:rPr lang="en-US" sz="4000" b="1">
                <a:solidFill>
                  <a:srgbClr val="AA8300"/>
                </a:solidFill>
                <a:latin typeface="Futura PT Bold" panose="020B0902020204020203"/>
                <a:cs typeface="Helvetica"/>
              </a:rPr>
              <a:t>on FY 2027 Budget Preparation </a:t>
            </a:r>
            <a:endParaRPr lang="en-PH" sz="4000" b="1">
              <a:solidFill>
                <a:srgbClr val="AA8300"/>
              </a:solidFill>
              <a:latin typeface="Futura PT Bold" panose="020B0902020204020203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538FE8E-94DD-B453-9C3A-CF16C496D2EA}"/>
              </a:ext>
            </a:extLst>
          </p:cNvPr>
          <p:cNvSpPr txBox="1"/>
          <p:nvPr/>
        </p:nvSpPr>
        <p:spPr>
          <a:xfrm>
            <a:off x="1585375" y="1698303"/>
            <a:ext cx="1006150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just">
              <a:buNone/>
            </a:pPr>
            <a:r>
              <a:rPr lang="en-US" sz="1800">
                <a:solidFill>
                  <a:srgbClr val="AA8300"/>
                </a:solidFill>
                <a:latin typeface="Futura PT Bold" panose="020B0902020204020203"/>
                <a:cs typeface="Helvetica"/>
              </a:rPr>
              <a:t>Optimize the allocation of the FY 2027 Budget considering the impact of the country’s debt burden and the competing demands of government agencies. </a:t>
            </a:r>
            <a:endParaRPr lang="en-US" sz="1800">
              <a:solidFill>
                <a:srgbClr val="AA8300"/>
              </a:solidFill>
              <a:latin typeface="Futura PT Bold" panose="020B0902020204020203"/>
              <a:cs typeface="Helvetica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F3EBC04-8FF9-8EE7-4F88-B732BAE13710}"/>
              </a:ext>
            </a:extLst>
          </p:cNvPr>
          <p:cNvSpPr txBox="1"/>
          <p:nvPr/>
        </p:nvSpPr>
        <p:spPr>
          <a:xfrm>
            <a:off x="1603540" y="2582052"/>
            <a:ext cx="953762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>
                <a:solidFill>
                  <a:srgbClr val="AA8300"/>
                </a:solidFill>
                <a:latin typeface="Futura PT Bold" panose="020B0902020204020203"/>
                <a:cs typeface="Helvetica"/>
              </a:rPr>
              <a:t>Evaluate considering the utilization of the previous years’ budget of the agencies, and the implementation progress of their mandated programs and projects.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5E0E41C-DA6B-0037-0553-806DDC6B293F}"/>
              </a:ext>
            </a:extLst>
          </p:cNvPr>
          <p:cNvSpPr txBox="1"/>
          <p:nvPr/>
        </p:nvSpPr>
        <p:spPr>
          <a:xfrm>
            <a:off x="1585375" y="5159697"/>
            <a:ext cx="960209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>
                <a:solidFill>
                  <a:srgbClr val="AA8300"/>
                </a:solidFill>
                <a:latin typeface="Futura PT Bold" panose="020B0902020204020203"/>
                <a:cs typeface="Helvetica"/>
              </a:rPr>
              <a:t>Ensure the alignment of regional plans with national priorities through a strong coordination between the RDCs and AROs.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FF333EE-1501-4C01-9E2C-EE805CB33F30}"/>
              </a:ext>
            </a:extLst>
          </p:cNvPr>
          <p:cNvSpPr txBox="1"/>
          <p:nvPr/>
        </p:nvSpPr>
        <p:spPr>
          <a:xfrm>
            <a:off x="1585375" y="4330166"/>
            <a:ext cx="969205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PH">
                <a:solidFill>
                  <a:srgbClr val="AA8300"/>
                </a:solidFill>
                <a:latin typeface="Futura PT Bold" panose="020B0902020204020203"/>
                <a:cs typeface="Helvetica" panose="020B0604020202020204" pitchFamily="34" charset="0"/>
              </a:rPr>
              <a:t>Capacitate the local government units to effectively and efficiently implement devolve functions.</a:t>
            </a:r>
          </a:p>
        </p:txBody>
      </p:sp>
      <p:pic>
        <p:nvPicPr>
          <p:cNvPr id="22" name="Graphic 21" descr="Bullseye with solid fill">
            <a:extLst>
              <a:ext uri="{FF2B5EF4-FFF2-40B4-BE49-F238E27FC236}">
                <a16:creationId xmlns:a16="http://schemas.microsoft.com/office/drawing/2014/main" id="{A96CD3B5-CEC0-E0C2-EEDF-2A8B8A57ADE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5205" y="1637171"/>
            <a:ext cx="768597" cy="768597"/>
          </a:xfrm>
          <a:prstGeom prst="rect">
            <a:avLst/>
          </a:prstGeom>
        </p:spPr>
      </p:pic>
      <p:pic>
        <p:nvPicPr>
          <p:cNvPr id="23" name="Graphic 22" descr="Bullseye with solid fill">
            <a:extLst>
              <a:ext uri="{FF2B5EF4-FFF2-40B4-BE49-F238E27FC236}">
                <a16:creationId xmlns:a16="http://schemas.microsoft.com/office/drawing/2014/main" id="{A2BAB2C3-D42E-8E21-76AD-83D79951E00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5206" y="2474753"/>
            <a:ext cx="768597" cy="768597"/>
          </a:xfrm>
          <a:prstGeom prst="rect">
            <a:avLst/>
          </a:prstGeom>
        </p:spPr>
      </p:pic>
      <p:pic>
        <p:nvPicPr>
          <p:cNvPr id="24" name="Graphic 23" descr="Bullseye with solid fill">
            <a:extLst>
              <a:ext uri="{FF2B5EF4-FFF2-40B4-BE49-F238E27FC236}">
                <a16:creationId xmlns:a16="http://schemas.microsoft.com/office/drawing/2014/main" id="{D16B0D61-26B0-3413-F2C7-E1A33331627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80946" y="4235719"/>
            <a:ext cx="768597" cy="768597"/>
          </a:xfrm>
          <a:prstGeom prst="rect">
            <a:avLst/>
          </a:prstGeom>
        </p:spPr>
      </p:pic>
      <p:pic>
        <p:nvPicPr>
          <p:cNvPr id="25" name="Graphic 24" descr="Bullseye with solid fill">
            <a:extLst>
              <a:ext uri="{FF2B5EF4-FFF2-40B4-BE49-F238E27FC236}">
                <a16:creationId xmlns:a16="http://schemas.microsoft.com/office/drawing/2014/main" id="{6CA75004-A9B0-0262-59DF-B9F3FCC2CF0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80946" y="5137970"/>
            <a:ext cx="768597" cy="768597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AEC03E31-ABE1-BAAC-B5C6-0C373676DA81}"/>
              </a:ext>
            </a:extLst>
          </p:cNvPr>
          <p:cNvSpPr txBox="1"/>
          <p:nvPr/>
        </p:nvSpPr>
        <p:spPr>
          <a:xfrm>
            <a:off x="1585375" y="3475058"/>
            <a:ext cx="969205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just">
              <a:buNone/>
            </a:pPr>
            <a:r>
              <a:rPr lang="en-US" sz="1800">
                <a:solidFill>
                  <a:srgbClr val="AA8300"/>
                </a:solidFill>
                <a:latin typeface="Futura PT Bold" panose="020B0902020204020203"/>
                <a:cs typeface="Helvetica" panose="020B0604020202020204" pitchFamily="34" charset="0"/>
              </a:rPr>
              <a:t>Ensure that only those agency proposals, which are implementation-ready, are included in the </a:t>
            </a:r>
            <a:r>
              <a:rPr lang="en-PH" sz="1800">
                <a:solidFill>
                  <a:srgbClr val="AA8300"/>
                </a:solidFill>
                <a:latin typeface="Futura PT Bold" panose="020B0902020204020203"/>
                <a:cs typeface="Helvetica" panose="020B0604020202020204" pitchFamily="34" charset="0"/>
              </a:rPr>
              <a:t>budget. </a:t>
            </a:r>
          </a:p>
        </p:txBody>
      </p:sp>
      <p:pic>
        <p:nvPicPr>
          <p:cNvPr id="28" name="Graphic 27" descr="Bullseye with solid fill">
            <a:extLst>
              <a:ext uri="{FF2B5EF4-FFF2-40B4-BE49-F238E27FC236}">
                <a16:creationId xmlns:a16="http://schemas.microsoft.com/office/drawing/2014/main" id="{25EA8045-6C14-7E48-26CF-C79C240F958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80947" y="3352792"/>
            <a:ext cx="768597" cy="7685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94439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5D666-B1A1-68B9-E0DF-3D763AAB7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299" y="3148012"/>
            <a:ext cx="10515600" cy="561975"/>
          </a:xfrm>
        </p:spPr>
        <p:txBody>
          <a:bodyPr/>
          <a:lstStyle/>
          <a:p>
            <a:r>
              <a:rPr lang="en-US"/>
              <a:t>Thank you!</a:t>
            </a:r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7435780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2027 Budget Fora Presentation Template" id="{B9F8EBEE-D870-4DE4-B0A5-F8FD4B714F5D}" vid="{F84E38C9-FA54-4E46-BA11-400EA3D3504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2027 Budget Fora Presentation Template</Template>
  <TotalTime>1</TotalTime>
  <Words>764</Words>
  <Application>Microsoft Office PowerPoint</Application>
  <PresentationFormat>Widescreen</PresentationFormat>
  <Paragraphs>108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1" baseType="lpstr">
      <vt:lpstr>Aptos</vt:lpstr>
      <vt:lpstr>Arial</vt:lpstr>
      <vt:lpstr>Cabin</vt:lpstr>
      <vt:lpstr>Calibri</vt:lpstr>
      <vt:lpstr>Futura PT Bold</vt:lpstr>
      <vt:lpstr>Futura PT Demi</vt:lpstr>
      <vt:lpstr>Montserrat</vt:lpstr>
      <vt:lpstr>Wingdings</vt:lpstr>
      <vt:lpstr>ヒラギノ明朝 ProN W3</vt:lpstr>
      <vt:lpstr>Office Theme</vt:lpstr>
      <vt:lpstr>FY 2027 BUDGET FORA</vt:lpstr>
      <vt:lpstr>Outline of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Ma. Soraya E. Salvador</dc:creator>
  <cp:lastModifiedBy>Jon Marthin T. Teope</cp:lastModifiedBy>
  <cp:revision>2</cp:revision>
  <dcterms:created xsi:type="dcterms:W3CDTF">2025-12-15T07:45:48Z</dcterms:created>
  <dcterms:modified xsi:type="dcterms:W3CDTF">2026-01-28T08:21:47Z</dcterms:modified>
</cp:coreProperties>
</file>